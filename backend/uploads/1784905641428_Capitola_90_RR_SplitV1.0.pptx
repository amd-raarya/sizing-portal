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4.xml" ContentType="application/vnd.openxmlformats-officedocument.theme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7" r:id="rId4"/>
    <p:sldMasterId id="2147483836" r:id="rId5"/>
    <p:sldMasterId id="2147483920" r:id="rId6"/>
    <p:sldMasterId id="2147483970" r:id="rId7"/>
    <p:sldMasterId id="2147483978" r:id="rId8"/>
  </p:sldMasterIdLst>
  <p:notesMasterIdLst>
    <p:notesMasterId r:id="rId21"/>
  </p:notesMasterIdLst>
  <p:handoutMasterIdLst>
    <p:handoutMasterId r:id="rId22"/>
  </p:handoutMasterIdLst>
  <p:sldIdLst>
    <p:sldId id="2147471315" r:id="rId9"/>
    <p:sldId id="2147479764" r:id="rId10"/>
    <p:sldId id="2147482691" r:id="rId11"/>
    <p:sldId id="2147482692" r:id="rId12"/>
    <p:sldId id="2147482693" r:id="rId13"/>
    <p:sldId id="2147482697" r:id="rId14"/>
    <p:sldId id="2147479763" r:id="rId15"/>
    <p:sldId id="2147471341" r:id="rId16"/>
    <p:sldId id="2147471326" r:id="rId17"/>
    <p:sldId id="2147482696" r:id="rId18"/>
    <p:sldId id="2147482694" r:id="rId19"/>
    <p:sldId id="2147482687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849F1B6-9433-47D0-9209-0EE0217BE2F8}">
          <p14:sldIdLst/>
        </p14:section>
        <p14:section name="Default Section" id="{AE71C3C4-CD71-4466-8394-44687AAC5139}">
          <p14:sldIdLst>
            <p14:sldId id="2147471315"/>
            <p14:sldId id="2147479764"/>
            <p14:sldId id="2147482691"/>
            <p14:sldId id="2147482692"/>
            <p14:sldId id="2147482693"/>
            <p14:sldId id="2147482697"/>
            <p14:sldId id="2147479763"/>
            <p14:sldId id="2147471341"/>
            <p14:sldId id="2147471326"/>
            <p14:sldId id="2147482696"/>
            <p14:sldId id="2147482694"/>
            <p14:sldId id="2147482687"/>
          </p14:sldIdLst>
        </p14:section>
        <p14:section name="Backup" id="{14ACEEED-5E00-47B5-B881-2085D874A113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552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4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ED1C24"/>
    <a:srgbClr val="FFC000"/>
    <a:srgbClr val="E7F1F3"/>
    <a:srgbClr val="C0C0C0"/>
    <a:srgbClr val="B2B2B2"/>
    <a:srgbClr val="333333"/>
    <a:srgbClr val="808080"/>
    <a:srgbClr val="6FCCDD"/>
    <a:srgbClr val="5F5F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552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commentAuthors" Target="commentAuthors.xml"/><Relationship Id="rId28" Type="http://schemas.microsoft.com/office/2018/10/relationships/authors" Target="authors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A9B2F52-D0D2-4580-8BD5-E24CF27ED99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205B6D-2D58-4A0B-83DF-09DCD7EF87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1A791D-CA8F-4915-A03C-560ED868AA5D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E8098E-31DE-4C6F-A4A3-7DFDC25A105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5B6F3F-82A8-4FD2-B9EE-3C912AF2C56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09EE0E-524B-494D-A8EE-8BC4011DF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882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0EE6450D-78A6-654C-84FC-A785C76F4CC2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F30282C7-CE64-6545-8B0B-3FD7178D32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0180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282C7-CE64-6545-8B0B-3FD7178D3266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1188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C0A8D-8E0C-3273-A006-2D0D285CA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86A472-1C96-3A7A-FC56-A509324430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C8BCBE-7629-F614-2685-651BD8ABCE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880A53-C9A4-CC65-2154-8EC701ACBB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282C7-CE64-6545-8B0B-3FD7178D3266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3941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282C7-CE64-6545-8B0B-3FD7178D3266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949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9AE49-31E9-C47E-7EBE-F459107C3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9D2C53-286D-5457-E71A-823A9BC533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8A5FDA-FFE1-7365-1C19-23D55EDA0E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E5A1D5-C5D4-E79F-59C7-4A3D8D459C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282C7-CE64-6545-8B0B-3FD7178D3266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9830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.xml"/><Relationship Id="rId4" Type="http://schemas.openxmlformats.org/officeDocument/2006/relationships/image" Target="NUL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5.xml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5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ading Squares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5705" y="278131"/>
            <a:ext cx="10426875" cy="474345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313327" y="752474"/>
            <a:ext cx="10426875" cy="285750"/>
          </a:xfrm>
        </p:spPr>
        <p:txBody>
          <a:bodyPr tIns="0" bIns="0">
            <a:noAutofit/>
          </a:bodyPr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18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1pPr>
            <a:lvl2pPr marL="36766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2pPr>
            <a:lvl3pPr marL="74612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3pPr>
            <a:lvl4pPr marL="1188720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4pPr>
            <a:lvl5pPr marL="1481328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059288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ding Squares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91369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5705" y="278131"/>
            <a:ext cx="10426875" cy="474345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3326" y="1381123"/>
            <a:ext cx="11341514" cy="4937760"/>
          </a:xfrm>
        </p:spPr>
        <p:txBody>
          <a:bodyPr/>
          <a:lstStyle>
            <a:lvl1pPr marL="288925" indent="-288925">
              <a:buClr>
                <a:schemeClr val="tx1"/>
              </a:buClr>
              <a:buSzPct val="80000"/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 marL="804863" indent="-168275"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 marL="1082675" indent="-182563">
              <a:defRPr sz="14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313327" y="752474"/>
            <a:ext cx="10426875" cy="285750"/>
          </a:xfrm>
        </p:spPr>
        <p:txBody>
          <a:bodyPr tIns="0" bIns="0">
            <a:noAutofit/>
          </a:bodyPr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18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1pPr>
            <a:lvl2pPr marL="36766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2pPr>
            <a:lvl3pPr marL="74612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3pPr>
            <a:lvl4pPr marL="1188720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4pPr>
            <a:lvl5pPr marL="1481328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655683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5705" y="278131"/>
            <a:ext cx="10426875" cy="474345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313327" y="752474"/>
            <a:ext cx="10426875" cy="285750"/>
          </a:xfrm>
        </p:spPr>
        <p:txBody>
          <a:bodyPr tIns="0" bIns="0">
            <a:noAutofit/>
          </a:bodyPr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18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1pPr>
            <a:lvl2pPr marL="36766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2pPr>
            <a:lvl3pPr marL="74612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3pPr>
            <a:lvl4pPr marL="1188720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4pPr>
            <a:lvl5pPr marL="1481328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407935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207FA-5F90-214B-960E-C8845A9958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1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599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4FC440-288D-4D4B-992C-3A3D5D452A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1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399"/>
            </a:lvl1pPr>
            <a:lvl2pPr marL="457063" indent="0" algn="ctr">
              <a:buNone/>
              <a:defRPr sz="1999"/>
            </a:lvl2pPr>
            <a:lvl3pPr marL="914126" indent="0" algn="ctr">
              <a:buNone/>
              <a:defRPr sz="1799"/>
            </a:lvl3pPr>
            <a:lvl4pPr marL="1371189" indent="0" algn="ctr">
              <a:buNone/>
              <a:defRPr sz="1600"/>
            </a:lvl4pPr>
            <a:lvl5pPr marL="1828251" indent="0" algn="ctr">
              <a:buNone/>
              <a:defRPr sz="1600"/>
            </a:lvl5pPr>
            <a:lvl6pPr marL="2285314" indent="0" algn="ctr">
              <a:buNone/>
              <a:defRPr sz="1600"/>
            </a:lvl6pPr>
            <a:lvl7pPr marL="2742377" indent="0" algn="ctr">
              <a:buNone/>
              <a:defRPr sz="1600"/>
            </a:lvl7pPr>
            <a:lvl8pPr marL="3199440" indent="0" algn="ctr">
              <a:buNone/>
              <a:defRPr sz="1600"/>
            </a:lvl8pPr>
            <a:lvl9pPr marL="365650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B4AC20-F482-F04B-B072-C83890C2CA3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0140"/>
            <a:ext cx="2743200" cy="365125"/>
          </a:xfrm>
          <a:prstGeom prst="rect">
            <a:avLst/>
          </a:prstGeom>
        </p:spPr>
        <p:txBody>
          <a:bodyPr/>
          <a:lstStyle/>
          <a:p>
            <a:fld id="{EF2A62B3-EFDC-6F4C-B5C8-CFE63118251B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6E5B23-47C5-D040-A377-DE1908FC3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1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03D332-046F-9341-8722-51E5F85AB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04D1CF54-4F92-9849-A6E1-283005E82E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929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5705" y="277813"/>
            <a:ext cx="10426875" cy="4746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3327" y="1381123"/>
            <a:ext cx="5304901" cy="5029200"/>
          </a:xfrm>
        </p:spPr>
        <p:txBody>
          <a:bodyPr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rgbClr val="000000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313327" y="752474"/>
            <a:ext cx="10426875" cy="285750"/>
          </a:xfrm>
        </p:spPr>
        <p:txBody>
          <a:bodyPr tIns="0" bIns="0">
            <a:noAutofit/>
          </a:bodyPr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18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1pPr>
            <a:lvl2pPr marL="36766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2pPr>
            <a:lvl3pPr marL="74612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3pPr>
            <a:lvl4pPr marL="1188720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4pPr>
            <a:lvl5pPr marL="1481328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5"/>
          <p:cNvSpPr>
            <a:spLocks noGrp="1"/>
          </p:cNvSpPr>
          <p:nvPr>
            <p:ph sz="quarter" idx="11"/>
          </p:nvPr>
        </p:nvSpPr>
        <p:spPr>
          <a:xfrm>
            <a:off x="6308781" y="1381123"/>
            <a:ext cx="5304901" cy="5029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4691425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 W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721169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ull Dar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RTG-Text-Block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453" y="6299156"/>
            <a:ext cx="1048956" cy="365011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3326" y="1381123"/>
            <a:ext cx="11341514" cy="4937760"/>
          </a:xfrm>
        </p:spPr>
        <p:txBody>
          <a:bodyPr/>
          <a:lstStyle>
            <a:lvl1pPr marL="342797" indent="-342797">
              <a:buClr>
                <a:schemeClr val="accent3"/>
              </a:buClr>
              <a:buFont typeface="Wingdings" charset="2"/>
              <a:buChar char="§"/>
              <a:defRPr sz="2999"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 sz="2599"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 sz="2199">
                <a:solidFill>
                  <a:schemeClr val="tx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305705" y="278133"/>
            <a:ext cx="11619945" cy="474345"/>
          </a:xfrm>
        </p:spPr>
        <p:txBody>
          <a:bodyPr/>
          <a:lstStyle>
            <a:lvl1pPr>
              <a:defRPr sz="3199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313327" y="752474"/>
            <a:ext cx="11619945" cy="285750"/>
          </a:xfrm>
        </p:spPr>
        <p:txBody>
          <a:bodyPr tIns="0" bIns="0">
            <a:noAutofit/>
          </a:bodyPr>
          <a:lstStyle>
            <a:lvl1pPr marL="0" indent="0" algn="l" defTabSz="914126" rtl="0" eaLnBrk="1" latinLnBrk="0" hangingPunct="1">
              <a:spcBef>
                <a:spcPct val="0"/>
              </a:spcBef>
              <a:buNone/>
              <a:defRPr lang="en-US" sz="1799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1pPr>
            <a:lvl2pPr marL="367555" indent="0" algn="l" defTabSz="914126" rtl="0" eaLnBrk="1" latinLnBrk="0" hangingPunct="1">
              <a:spcBef>
                <a:spcPct val="0"/>
              </a:spcBef>
              <a:buNone/>
              <a:defRPr lang="en-US" sz="2399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2pPr>
            <a:lvl3pPr marL="745901" indent="0" algn="l" defTabSz="914126" rtl="0" eaLnBrk="1" latinLnBrk="0" hangingPunct="1">
              <a:spcBef>
                <a:spcPct val="0"/>
              </a:spcBef>
              <a:buNone/>
              <a:defRPr lang="en-US" sz="2399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3pPr>
            <a:lvl4pPr marL="1188363" indent="0" algn="l" defTabSz="914126" rtl="0" eaLnBrk="1" latinLnBrk="0" hangingPunct="1">
              <a:spcBef>
                <a:spcPct val="0"/>
              </a:spcBef>
              <a:buNone/>
              <a:defRPr lang="en-US" sz="2399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4pPr>
            <a:lvl5pPr marL="1480884" indent="0" algn="l" defTabSz="914126" rtl="0" eaLnBrk="1" latinLnBrk="0" hangingPunct="1">
              <a:spcBef>
                <a:spcPct val="0"/>
              </a:spcBef>
              <a:buNone/>
              <a:defRPr lang="en-US" sz="2399" strike="noStrike" kern="1200" cap="all" baseline="0" dirty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021" y="6356930"/>
            <a:ext cx="828532" cy="323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9698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hart/Tabl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2E46C0-C325-43B9-BA83-04BB8717D53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216481" y="6432387"/>
            <a:ext cx="368718" cy="205992"/>
          </a:xfrm>
          <a:prstGeom prst="rect">
            <a:avLst/>
          </a:prstGeom>
        </p:spPr>
        <p:txBody>
          <a:bodyPr/>
          <a:lstStyle/>
          <a:p>
            <a:fld id="{C9248301-CD73-4087-8BD0-582A0637A1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A6FE8E10-FD56-4C84-998C-27D5331D2A4A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91237" y="1431428"/>
            <a:ext cx="11409363" cy="482441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0127925E-F276-4F8C-999A-8610D5F30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A3EA46-66FC-4B37-B27F-9F2D62063C3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Co-Engineering Kick-Off  |  Confidential Under  NDA  |  October 2018</a:t>
            </a:r>
          </a:p>
        </p:txBody>
      </p:sp>
    </p:spTree>
    <p:extLst>
      <p:ext uri="{BB962C8B-B14F-4D97-AF65-F5344CB8AC3E}">
        <p14:creationId xmlns:p14="http://schemas.microsoft.com/office/powerpoint/2010/main" val="3710785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8725A-00F8-49C7-8886-1A83DC676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D6C677-5604-44E9-BF14-756CD293B3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199"/>
            </a:lvl1pPr>
            <a:lvl2pPr>
              <a:defRPr sz="2799"/>
            </a:lvl2pPr>
            <a:lvl3pPr>
              <a:defRPr sz="2399"/>
            </a:lvl3pPr>
            <a:lvl4pPr>
              <a:defRPr sz="1999"/>
            </a:lvl4pPr>
            <a:lvl5pPr>
              <a:defRPr sz="1999"/>
            </a:lvl5pPr>
            <a:lvl6pPr>
              <a:defRPr sz="1999"/>
            </a:lvl6pPr>
            <a:lvl7pPr>
              <a:defRPr sz="1999"/>
            </a:lvl7pPr>
            <a:lvl8pPr>
              <a:defRPr sz="1999"/>
            </a:lvl8pPr>
            <a:lvl9pPr>
              <a:defRPr sz="1999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B6235D-7B7B-4F9B-A806-B6502792FE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2BC23D-4B9F-4759-ABB4-9D5BFF824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A7571-9591-4FB0-A3DF-70D8235762FA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BCF865-1B50-41A2-9952-7234B2364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6516F5-FA1D-4482-B1A2-0527AFDBD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40879-BB76-4CD4-8D91-1C5AA0AAD3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401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ading Squares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5705" y="278131"/>
            <a:ext cx="10426875" cy="474345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313327" y="752474"/>
            <a:ext cx="10426875" cy="285750"/>
          </a:xfrm>
        </p:spPr>
        <p:txBody>
          <a:bodyPr tIns="0" bIns="0">
            <a:noAutofit/>
          </a:bodyPr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18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1pPr>
            <a:lvl2pPr marL="36766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2pPr>
            <a:lvl3pPr marL="74612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3pPr>
            <a:lvl4pPr marL="1188720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4pPr>
            <a:lvl5pPr marL="1481328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550754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ding Squares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90365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5705" y="278131"/>
            <a:ext cx="10426875" cy="474345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3326" y="1381123"/>
            <a:ext cx="11341514" cy="4937760"/>
          </a:xfrm>
        </p:spPr>
        <p:txBody>
          <a:bodyPr/>
          <a:lstStyle>
            <a:lvl1pPr marL="288925" indent="-288925">
              <a:buClr>
                <a:schemeClr val="tx1"/>
              </a:buClr>
              <a:buSzPct val="80000"/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 marL="804863" indent="-168275"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 marL="1082675" indent="-182563">
              <a:defRPr sz="14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313327" y="752474"/>
            <a:ext cx="10426875" cy="285750"/>
          </a:xfrm>
        </p:spPr>
        <p:txBody>
          <a:bodyPr tIns="0" bIns="0">
            <a:noAutofit/>
          </a:bodyPr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18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1pPr>
            <a:lvl2pPr marL="36766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2pPr>
            <a:lvl3pPr marL="74612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3pPr>
            <a:lvl4pPr marL="1188720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4pPr>
            <a:lvl5pPr marL="1481328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114957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5705" y="278131"/>
            <a:ext cx="10426875" cy="474345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313327" y="752474"/>
            <a:ext cx="10426875" cy="285750"/>
          </a:xfrm>
        </p:spPr>
        <p:txBody>
          <a:bodyPr tIns="0" bIns="0">
            <a:noAutofit/>
          </a:bodyPr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18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1pPr>
            <a:lvl2pPr marL="36766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2pPr>
            <a:lvl3pPr marL="74612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3pPr>
            <a:lvl4pPr marL="1188720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4pPr>
            <a:lvl5pPr marL="1481328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477336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3" y="245568"/>
            <a:ext cx="11057206" cy="47434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>
          <a:xfrm>
            <a:off x="548640" y="1280160"/>
            <a:ext cx="11057207" cy="512064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548643" y="752474"/>
            <a:ext cx="11057206" cy="285750"/>
          </a:xfrm>
        </p:spPr>
        <p:txBody>
          <a:bodyPr tIns="0" bIns="0">
            <a:noAutofit/>
          </a:bodyPr>
          <a:lstStyle>
            <a:lvl1pPr marL="0" indent="0" algn="l" defTabSz="914126" rtl="0" eaLnBrk="1" latinLnBrk="0" hangingPunct="1">
              <a:spcBef>
                <a:spcPct val="0"/>
              </a:spcBef>
              <a:buNone/>
              <a:defRPr lang="en-US" sz="1600" strike="noStrike" kern="1200" cap="all" baseline="0" dirty="0" smtClean="0">
                <a:solidFill>
                  <a:srgbClr val="FFFFFF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367555" indent="0" algn="l" defTabSz="914126" rtl="0" eaLnBrk="1" latinLnBrk="0" hangingPunct="1">
              <a:spcBef>
                <a:spcPct val="0"/>
              </a:spcBef>
              <a:buNone/>
              <a:defRPr lang="en-US" sz="2399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2pPr>
            <a:lvl3pPr marL="745901" indent="0" algn="l" defTabSz="914126" rtl="0" eaLnBrk="1" latinLnBrk="0" hangingPunct="1">
              <a:spcBef>
                <a:spcPct val="0"/>
              </a:spcBef>
              <a:buNone/>
              <a:defRPr lang="en-US" sz="2399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3pPr>
            <a:lvl4pPr marL="1188363" indent="0" algn="l" defTabSz="914126" rtl="0" eaLnBrk="1" latinLnBrk="0" hangingPunct="1">
              <a:spcBef>
                <a:spcPct val="0"/>
              </a:spcBef>
              <a:buNone/>
              <a:defRPr lang="en-US" sz="2399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4pPr>
            <a:lvl5pPr marL="1480883" indent="0" algn="l" defTabSz="914126" rtl="0" eaLnBrk="1" latinLnBrk="0" hangingPunct="1">
              <a:spcBef>
                <a:spcPct val="0"/>
              </a:spcBef>
              <a:buNone/>
              <a:defRPr lang="en-US" sz="2399" strike="noStrike" kern="1200" cap="all" baseline="0" dirty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4241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5705" y="277813"/>
            <a:ext cx="10426875" cy="4746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3327" y="1381123"/>
            <a:ext cx="5304901" cy="5029200"/>
          </a:xfrm>
        </p:spPr>
        <p:txBody>
          <a:bodyPr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rgbClr val="000000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313327" y="752474"/>
            <a:ext cx="10426875" cy="285750"/>
          </a:xfrm>
        </p:spPr>
        <p:txBody>
          <a:bodyPr tIns="0" bIns="0">
            <a:noAutofit/>
          </a:bodyPr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18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1pPr>
            <a:lvl2pPr marL="36766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2pPr>
            <a:lvl3pPr marL="74612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3pPr>
            <a:lvl4pPr marL="1188720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4pPr>
            <a:lvl5pPr marL="1481328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5"/>
          <p:cNvSpPr>
            <a:spLocks noGrp="1"/>
          </p:cNvSpPr>
          <p:nvPr>
            <p:ph sz="quarter" idx="11"/>
          </p:nvPr>
        </p:nvSpPr>
        <p:spPr>
          <a:xfrm>
            <a:off x="6308781" y="1381123"/>
            <a:ext cx="5304901" cy="5029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152209259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ull Dar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RTG-Text-Block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453" y="6299156"/>
            <a:ext cx="1048956" cy="365011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3326" y="1381123"/>
            <a:ext cx="11341514" cy="4937760"/>
          </a:xfrm>
        </p:spPr>
        <p:txBody>
          <a:bodyPr/>
          <a:lstStyle>
            <a:lvl1pPr marL="342797" indent="-342797">
              <a:buClr>
                <a:schemeClr val="accent3"/>
              </a:buClr>
              <a:buFont typeface="Wingdings" charset="2"/>
              <a:buChar char="§"/>
              <a:defRPr sz="2999"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 sz="2599"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 sz="2199">
                <a:solidFill>
                  <a:schemeClr val="tx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305705" y="278133"/>
            <a:ext cx="11619945" cy="474345"/>
          </a:xfrm>
        </p:spPr>
        <p:txBody>
          <a:bodyPr/>
          <a:lstStyle>
            <a:lvl1pPr>
              <a:defRPr sz="3199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313327" y="752474"/>
            <a:ext cx="11619945" cy="285750"/>
          </a:xfrm>
        </p:spPr>
        <p:txBody>
          <a:bodyPr tIns="0" bIns="0">
            <a:noAutofit/>
          </a:bodyPr>
          <a:lstStyle>
            <a:lvl1pPr marL="0" indent="0" algn="l" defTabSz="914126" rtl="0" eaLnBrk="1" latinLnBrk="0" hangingPunct="1">
              <a:spcBef>
                <a:spcPct val="0"/>
              </a:spcBef>
              <a:buNone/>
              <a:defRPr lang="en-US" sz="1799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1pPr>
            <a:lvl2pPr marL="367555" indent="0" algn="l" defTabSz="914126" rtl="0" eaLnBrk="1" latinLnBrk="0" hangingPunct="1">
              <a:spcBef>
                <a:spcPct val="0"/>
              </a:spcBef>
              <a:buNone/>
              <a:defRPr lang="en-US" sz="2399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2pPr>
            <a:lvl3pPr marL="745901" indent="0" algn="l" defTabSz="914126" rtl="0" eaLnBrk="1" latinLnBrk="0" hangingPunct="1">
              <a:spcBef>
                <a:spcPct val="0"/>
              </a:spcBef>
              <a:buNone/>
              <a:defRPr lang="en-US" sz="2399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3pPr>
            <a:lvl4pPr marL="1188363" indent="0" algn="l" defTabSz="914126" rtl="0" eaLnBrk="1" latinLnBrk="0" hangingPunct="1">
              <a:spcBef>
                <a:spcPct val="0"/>
              </a:spcBef>
              <a:buNone/>
              <a:defRPr lang="en-US" sz="2399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4pPr>
            <a:lvl5pPr marL="1480884" indent="0" algn="l" defTabSz="914126" rtl="0" eaLnBrk="1" latinLnBrk="0" hangingPunct="1">
              <a:spcBef>
                <a:spcPct val="0"/>
              </a:spcBef>
              <a:buNone/>
              <a:defRPr lang="en-US" sz="2399" strike="noStrike" kern="1200" cap="all" baseline="0" dirty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021" y="6356930"/>
            <a:ext cx="828532" cy="323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5293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hart/Tabl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2E46C0-C325-43B9-BA83-04BB8717D53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216481" y="6432387"/>
            <a:ext cx="368718" cy="205992"/>
          </a:xfrm>
          <a:prstGeom prst="rect">
            <a:avLst/>
          </a:prstGeom>
        </p:spPr>
        <p:txBody>
          <a:bodyPr/>
          <a:lstStyle/>
          <a:p>
            <a:fld id="{C9248301-CD73-4087-8BD0-582A0637A1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A6FE8E10-FD56-4C84-998C-27D5331D2A4A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91237" y="1431428"/>
            <a:ext cx="11409363" cy="482441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0127925E-F276-4F8C-999A-8610D5F30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A3EA46-66FC-4B37-B27F-9F2D62063C3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Co-Engineering Kick-Off  |  Confidential Under  NDA  |  October 2018</a:t>
            </a:r>
          </a:p>
        </p:txBody>
      </p:sp>
    </p:spTree>
    <p:extLst>
      <p:ext uri="{BB962C8B-B14F-4D97-AF65-F5344CB8AC3E}">
        <p14:creationId xmlns:p14="http://schemas.microsoft.com/office/powerpoint/2010/main" val="17920607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8725A-00F8-49C7-8886-1A83DC676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D6C677-5604-44E9-BF14-756CD293B3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199"/>
            </a:lvl1pPr>
            <a:lvl2pPr>
              <a:defRPr sz="2799"/>
            </a:lvl2pPr>
            <a:lvl3pPr>
              <a:defRPr sz="2399"/>
            </a:lvl3pPr>
            <a:lvl4pPr>
              <a:defRPr sz="1999"/>
            </a:lvl4pPr>
            <a:lvl5pPr>
              <a:defRPr sz="1999"/>
            </a:lvl5pPr>
            <a:lvl6pPr>
              <a:defRPr sz="1999"/>
            </a:lvl6pPr>
            <a:lvl7pPr>
              <a:defRPr sz="1999"/>
            </a:lvl7pPr>
            <a:lvl8pPr>
              <a:defRPr sz="1999"/>
            </a:lvl8pPr>
            <a:lvl9pPr>
              <a:defRPr sz="1999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B6235D-7B7B-4F9B-A806-B6502792FE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2BC23D-4B9F-4759-ABB4-9D5BFF824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A7571-9591-4FB0-A3DF-70D8235762FA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BCF865-1B50-41A2-9952-7234B2364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6516F5-FA1D-4482-B1A2-0527AFDBD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40879-BB76-4CD4-8D91-1C5AA0AAD3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82590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 - Full Width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643575" y="4461940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>
              <a:defRPr sz="3600" b="1" i="0" spc="-50" baseline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643575" y="5444561"/>
            <a:ext cx="9144000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000" spc="0" baseline="0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52FA86-3775-E142-A6D4-C23E4847CAE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5450" y="856707"/>
            <a:ext cx="2000068" cy="47666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B1D9592-0432-D21C-B147-1AC97DD7CA9F}"/>
              </a:ext>
            </a:extLst>
          </p:cNvPr>
          <p:cNvSpPr txBox="1"/>
          <p:nvPr userDrawn="1"/>
        </p:nvSpPr>
        <p:spPr>
          <a:xfrm>
            <a:off x="240809" y="6553364"/>
            <a:ext cx="114454" cy="190581"/>
          </a:xfrm>
          <a:prstGeom prst="rect">
            <a:avLst/>
          </a:prstGeom>
          <a:noFill/>
        </p:spPr>
        <p:txBody>
          <a:bodyPr wrap="none" lIns="0" tIns="41029" rIns="0" bIns="41029" rtlCol="0" anchor="ctr">
            <a:spAutoFit/>
          </a:bodyPr>
          <a:lstStyle/>
          <a:p>
            <a:pPr algn="r">
              <a:defRPr/>
            </a:pPr>
            <a:fld id="{B50A2252-0B00-49D0-9A28-2F5CCECF09D1}" type="slidenum">
              <a:rPr lang="en-US" sz="700" kern="1200" cap="none" spc="10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algn="r">
                <a:defRPr/>
              </a:pPr>
              <a:t>‹#›</a:t>
            </a:fld>
            <a:endParaRPr lang="en-US" sz="700" kern="1200" cap="none" spc="10" baseline="0">
              <a:solidFill>
                <a:schemeClr val="bg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A53319-940E-D20E-D7D1-9AEC9F12A5C5}"/>
              </a:ext>
            </a:extLst>
          </p:cNvPr>
          <p:cNvSpPr txBox="1"/>
          <p:nvPr userDrawn="1"/>
        </p:nvSpPr>
        <p:spPr>
          <a:xfrm>
            <a:off x="489006" y="6543252"/>
            <a:ext cx="2074927" cy="198276"/>
          </a:xfrm>
          <a:prstGeom prst="rect">
            <a:avLst/>
          </a:prstGeom>
          <a:noFill/>
        </p:spPr>
        <p:txBody>
          <a:bodyPr wrap="none" lIns="0" tIns="41029" rIns="0" bIns="41029" rtlCol="0" anchor="ctr">
            <a:spAutoFit/>
          </a:bodyPr>
          <a:lstStyle/>
          <a:p>
            <a:pPr marL="0" marR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 spc="10">
                <a:solidFill>
                  <a:schemeClr val="bg1"/>
                </a:solidFill>
                <a:cs typeface="Arial" panose="020B0604020202020204" pitchFamily="34" charset="0"/>
              </a:rPr>
              <a:t>|    EMBEDDED BUSINESS UNIT    |    CONFIDENTIAL</a:t>
            </a:r>
          </a:p>
        </p:txBody>
      </p:sp>
    </p:spTree>
    <p:extLst>
      <p:ext uri="{BB962C8B-B14F-4D97-AF65-F5344CB8AC3E}">
        <p14:creationId xmlns:p14="http://schemas.microsoft.com/office/powerpoint/2010/main" val="16573261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with Foo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741" y="231063"/>
            <a:ext cx="11018520" cy="570086"/>
          </a:xfrm>
          <a:prstGeom prst="rect">
            <a:avLst/>
          </a:prstGeom>
        </p:spPr>
        <p:txBody>
          <a:bodyPr anchor="t"/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A658C0-2FF2-40AF-A3DF-55D0E366331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|  RTG Operations  - May 2021  |  AMD Confidential - Internal Distribution Only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78DE8A-84FD-4455-A9CB-9978B8C6EA2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1A81D44-4727-4D73-8B8D-9D941D66FF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36986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0" cy="2308324"/>
          </a:xfrm>
        </p:spPr>
        <p:txBody>
          <a:bodyPr wrap="square">
            <a:sp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782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3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2111"/>
            <a:ext cx="11018838" cy="4836927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329233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905">
          <p15:clr>
            <a:srgbClr val="5ACBF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4AB032-04D9-4524-8A44-3147A895EB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209" y="2"/>
            <a:ext cx="12185583" cy="68531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A38DC2E-4CD2-432E-988B-4D63426DD9A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10866664" y="6267856"/>
            <a:ext cx="1234027" cy="4751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EA0429CE-12F1-493A-8F27-C5EE156C1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5025" y="2264666"/>
            <a:ext cx="6825271" cy="474345"/>
          </a:xfrm>
          <a:prstGeom prst="rect">
            <a:avLst/>
          </a:prstGeom>
        </p:spPr>
        <p:txBody>
          <a:bodyPr/>
          <a:lstStyle>
            <a:lvl1pPr>
              <a:defRPr lang="en-US" sz="5398" b="1" kern="1200" cap="all" spc="-156" baseline="0" dirty="0">
                <a:gradFill>
                  <a:gsLst>
                    <a:gs pos="33000">
                      <a:prstClr val="white">
                        <a:lumMod val="100000"/>
                      </a:prstClr>
                    </a:gs>
                    <a:gs pos="74000">
                      <a:prstClr val="white">
                        <a:lumMod val="65000"/>
                      </a:prstClr>
                    </a:gs>
                  </a:gsLst>
                  <a:lin ang="5400000" scaled="1"/>
                </a:gradFill>
                <a:latin typeface="Klavika Medium" pitchFamily="2" charset="77"/>
                <a:ea typeface="+mn-ea"/>
                <a:cs typeface="Effra Light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781EE23A-E1B9-473B-9D0A-D21537D685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65027" y="2987158"/>
            <a:ext cx="4636580" cy="285750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l" defTabSz="914126" rtl="0" eaLnBrk="1" latinLnBrk="0" hangingPunct="1">
              <a:spcBef>
                <a:spcPct val="0"/>
              </a:spcBef>
              <a:buNone/>
              <a:defRPr lang="en-US" sz="1999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1pPr>
            <a:lvl2pPr marL="367555" indent="0" algn="l" defTabSz="914126" rtl="0" eaLnBrk="1" latinLnBrk="0" hangingPunct="1">
              <a:spcBef>
                <a:spcPct val="0"/>
              </a:spcBef>
              <a:buNone/>
              <a:defRPr lang="en-US" sz="2399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2pPr>
            <a:lvl3pPr marL="745901" indent="0" algn="l" defTabSz="914126" rtl="0" eaLnBrk="1" latinLnBrk="0" hangingPunct="1">
              <a:spcBef>
                <a:spcPct val="0"/>
              </a:spcBef>
              <a:buNone/>
              <a:defRPr lang="en-US" sz="2399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3pPr>
            <a:lvl4pPr marL="1188363" indent="0" algn="l" defTabSz="914126" rtl="0" eaLnBrk="1" latinLnBrk="0" hangingPunct="1">
              <a:spcBef>
                <a:spcPct val="0"/>
              </a:spcBef>
              <a:buNone/>
              <a:defRPr lang="en-US" sz="2399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4pPr>
            <a:lvl5pPr marL="1480884" indent="0" algn="l" defTabSz="914126" rtl="0" eaLnBrk="1" latinLnBrk="0" hangingPunct="1">
              <a:spcBef>
                <a:spcPct val="0"/>
              </a:spcBef>
              <a:buNone/>
              <a:defRPr lang="en-US" sz="2399" strike="noStrike" kern="1200" cap="all" baseline="0" dirty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75892540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2111"/>
            <a:ext cx="11018838" cy="4699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5085723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5">
          <p15:clr>
            <a:srgbClr val="5ACBF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0" cy="2308324"/>
          </a:xfrm>
        </p:spPr>
        <p:txBody>
          <a:bodyPr wrap="square">
            <a:sp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5709812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3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2550-DA43-453C-A328-33C740E6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B7A288-CDAC-4184-9F73-137C95F5E64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0" y="1435100"/>
            <a:ext cx="5211763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EC22105-78D6-4753-94FA-3DA949361A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89688" y="1435100"/>
            <a:ext cx="5219700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2272546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2">
          <p15:clr>
            <a:srgbClr val="5ACBF0"/>
          </p15:clr>
        </p15:guide>
        <p15:guide id="3" orient="horz" pos="903">
          <p15:clr>
            <a:srgbClr val="5ACBF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4200" y="1435100"/>
            <a:ext cx="5212080" cy="1846659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lang="en-US" sz="2400" b="0" i="0" kern="1200" spc="0" baseline="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1800" b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450850" indent="0">
              <a:buFont typeface="Wingdings" panose="05000000000000000000" pitchFamily="2" charset="2"/>
              <a:buNone/>
              <a:tabLst/>
              <a:defRPr sz="1400" b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652462" indent="0">
              <a:buFont typeface="Wingdings" panose="05000000000000000000" pitchFamily="2" charset="2"/>
              <a:buNone/>
              <a:defRPr sz="1200" b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854075" indent="0">
              <a:buFont typeface="Wingdings" panose="05000000000000000000" pitchFamily="2" charset="2"/>
              <a:buNone/>
              <a:tabLst/>
              <a:defRPr sz="1200" b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Click to edit Master text styles</a:t>
            </a:r>
          </a:p>
          <a:p>
            <a:pPr marL="0" marR="0" lvl="1" indent="0" algn="l" defTabSz="932742" rtl="0" eaLnBrk="1" fontAlgn="auto" latinLnBrk="0" hangingPunct="1">
              <a:lnSpc>
                <a:spcPct val="10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Second level</a:t>
            </a:r>
          </a:p>
          <a:p>
            <a:pPr marL="0" marR="0" lvl="2" indent="0" algn="l" defTabSz="932742" rtl="0" eaLnBrk="1" fontAlgn="auto" latinLnBrk="0" hangingPunct="1">
              <a:lnSpc>
                <a:spcPct val="10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Third level</a:t>
            </a:r>
          </a:p>
          <a:p>
            <a:pPr marL="0" marR="0" lvl="3" indent="0" algn="l" defTabSz="932742" rtl="0" eaLnBrk="1" fontAlgn="auto" latinLnBrk="0" hangingPunct="1">
              <a:lnSpc>
                <a:spcPct val="10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Fourth level</a:t>
            </a:r>
          </a:p>
          <a:p>
            <a:pPr marL="0" marR="0" lvl="4" indent="0" algn="l" defTabSz="932742" rtl="0" eaLnBrk="1" fontAlgn="auto" latinLnBrk="0" hangingPunct="1">
              <a:lnSpc>
                <a:spcPct val="10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Fifth level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BCE64E79-6923-B943-9677-CA862C9ED4D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94703" y="1435100"/>
            <a:ext cx="5212080" cy="1846659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lang="en-US" sz="2400" b="0" i="0" kern="1200" spc="0" baseline="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1800" b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450850" indent="0">
              <a:buFont typeface="Wingdings" panose="05000000000000000000" pitchFamily="2" charset="2"/>
              <a:buNone/>
              <a:tabLst/>
              <a:defRPr sz="1400" b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652462" indent="0">
              <a:buFont typeface="Wingdings" panose="05000000000000000000" pitchFamily="2" charset="2"/>
              <a:buNone/>
              <a:defRPr sz="1200" b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854075" indent="0">
              <a:buFont typeface="Wingdings" panose="05000000000000000000" pitchFamily="2" charset="2"/>
              <a:buNone/>
              <a:tabLst/>
              <a:defRPr sz="1200" b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Click to edit Master text styles</a:t>
            </a:r>
          </a:p>
          <a:p>
            <a:pPr marL="0" marR="0" lvl="1" indent="0" algn="l" defTabSz="932742" rtl="0" eaLnBrk="1" fontAlgn="auto" latinLnBrk="0" hangingPunct="1">
              <a:lnSpc>
                <a:spcPct val="10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Second level</a:t>
            </a:r>
          </a:p>
          <a:p>
            <a:pPr marL="0" marR="0" lvl="2" indent="0" algn="l" defTabSz="932742" rtl="0" eaLnBrk="1" fontAlgn="auto" latinLnBrk="0" hangingPunct="1">
              <a:lnSpc>
                <a:spcPct val="10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Third level</a:t>
            </a:r>
          </a:p>
          <a:p>
            <a:pPr marL="0" marR="0" lvl="3" indent="0" algn="l" defTabSz="932742" rtl="0" eaLnBrk="1" fontAlgn="auto" latinLnBrk="0" hangingPunct="1">
              <a:lnSpc>
                <a:spcPct val="10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Fourth level</a:t>
            </a:r>
          </a:p>
          <a:p>
            <a:pPr marL="0" marR="0" lvl="4" indent="0" algn="l" defTabSz="932742" rtl="0" eaLnBrk="1" fontAlgn="auto" latinLnBrk="0" hangingPunct="1">
              <a:lnSpc>
                <a:spcPct val="10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Fifth level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B9D8600-6232-EB42-9B16-FE5606C92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91790"/>
            <a:ext cx="11018520" cy="430887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176468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8882410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mall title - half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91C41AE-0083-2A44-9A00-206CEB625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3182778"/>
            <a:ext cx="11018520" cy="492443"/>
          </a:xfrm>
        </p:spPr>
        <p:txBody>
          <a:bodyPr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3290493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8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1992">
          <p15:clr>
            <a:srgbClr val="5ACBF0"/>
          </p15:clr>
        </p15:guide>
        <p15:guide id="29" orient="horz" pos="2328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D31026A-4A74-439D-A8F5-DB82A03E7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131029"/>
            <a:ext cx="3468956" cy="861774"/>
          </a:xfrm>
        </p:spPr>
        <p:txBody>
          <a:bodyPr anchor="t"/>
          <a:lstStyle>
            <a:lvl1pPr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08DBB0A-21C9-483B-83DA-E59B5C3578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46104" y="2131028"/>
            <a:ext cx="6961188" cy="3980641"/>
          </a:xfrm>
        </p:spPr>
        <p:txBody>
          <a:bodyPr>
            <a:normAutofit/>
          </a:bodyPr>
          <a:lstStyle>
            <a:lvl1pPr marL="0" indent="0">
              <a:spcAft>
                <a:spcPts val="1200"/>
              </a:spcAft>
              <a:buNone/>
              <a:defRPr sz="2000"/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9FD800B-7DF4-487A-ADA4-F44FB0D5A3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588263" y="1842902"/>
            <a:ext cx="3477325" cy="0"/>
          </a:xfrm>
          <a:prstGeom prst="line">
            <a:avLst/>
          </a:prstGeom>
          <a:ln w="63500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17D0DD9-81B9-4F58-9346-51EE2B8F8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648200" y="1842902"/>
            <a:ext cx="6961188" cy="0"/>
          </a:xfrm>
          <a:prstGeom prst="line">
            <a:avLst/>
          </a:prstGeom>
          <a:ln w="63500">
            <a:solidFill>
              <a:schemeClr val="bg1">
                <a:lumMod val="95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746304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2" pos="2561">
          <p15:clr>
            <a:srgbClr val="5ACBF0"/>
          </p15:clr>
        </p15:guide>
        <p15:guide id="13" pos="2744">
          <p15:clr>
            <a:srgbClr val="5ACBF0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2" orient="horz" pos="1728">
          <p15:clr>
            <a:srgbClr val="FBAE40"/>
          </p15:clr>
        </p15:guide>
        <p15:guide id="33" pos="2928">
          <p15:clr>
            <a:srgbClr val="5ACBF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side by s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451317"/>
            <a:ext cx="3182027" cy="568325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15781-2431-48C9-AEF1-52FBD41AF3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41888" y="451317"/>
            <a:ext cx="6667500" cy="5683249"/>
          </a:xfrm>
        </p:spPr>
        <p:txBody>
          <a:bodyPr anchor="ctr"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356100" y="2443629"/>
            <a:ext cx="0" cy="1701800"/>
          </a:xfrm>
          <a:prstGeom prst="line">
            <a:avLst/>
          </a:prstGeom>
          <a:ln w="6350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025886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2160">
          <p15:clr>
            <a:srgbClr val="FDE53C"/>
          </p15:clr>
        </p15:guide>
        <p15:guide id="30" pos="2376">
          <p15:clr>
            <a:srgbClr val="5ACBF0"/>
          </p15:clr>
        </p15:guide>
        <p15:guide id="31" pos="3113">
          <p15:clr>
            <a:srgbClr val="5ACBF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emo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5802"/>
            <a:ext cx="6037460" cy="443198"/>
          </a:xfrm>
          <a:noFill/>
        </p:spPr>
        <p:txBody>
          <a:bodyPr wrap="square"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1" kern="1200" cap="none" spc="-50" baseline="0" dirty="0">
                <a:ln w="3175"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756301"/>
            <a:ext cx="6037460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spc="0" baseline="0">
                <a:solidFill>
                  <a:schemeClr val="bg1">
                    <a:lumMod val="9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A9F794C-0039-734A-9A67-0890BA2F78B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022977" y="3207401"/>
            <a:ext cx="2479346" cy="590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2911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32">
          <p15:clr>
            <a:srgbClr val="FBAE40"/>
          </p15:clr>
        </p15:guide>
        <p15:guide id="3" orient="horz" pos="1872">
          <p15:clr>
            <a:srgbClr val="5ACBF0"/>
          </p15:clr>
        </p15:guide>
        <p15:guide id="4" orient="horz" pos="2568">
          <p15:clr>
            <a:srgbClr val="5ACBF0"/>
          </p15:clr>
        </p15:guide>
        <p15:guide id="5" pos="3840">
          <p15:clr>
            <a:srgbClr val="5ACBF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73621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D0DF2A6-26A8-4810-95DF-F65F123C66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Software code slide</a:t>
            </a:r>
          </a:p>
        </p:txBody>
      </p:sp>
      <p:sp>
        <p:nvSpPr>
          <p:cNvPr id="5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BA9F61CF-FF79-485A-A6C8-A1952EFD58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263" y="1436688"/>
            <a:ext cx="11018520" cy="4648106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defRPr sz="18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defRPr sz="16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defRPr sz="14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defRPr sz="14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3735160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272">
          <p15:clr>
            <a:srgbClr val="5ACBF0"/>
          </p15:clr>
        </p15:guide>
        <p15:guide id="2" orient="horz" pos="905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logo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 descr="This is a copyright notice that should be included on the final slide."/>
          <p:cNvSpPr txBox="1">
            <a:spLocks noChangeArrowheads="1"/>
          </p:cNvSpPr>
          <p:nvPr userDrawn="1"/>
        </p:nvSpPr>
        <p:spPr bwMode="blackWhite">
          <a:xfrm>
            <a:off x="584200" y="6456591"/>
            <a:ext cx="4482124" cy="10772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>
                <a:solidFill>
                  <a:schemeClr val="bg1"/>
                </a:solidFill>
                <a:cs typeface="Segoe UI" pitchFamily="34" charset="0"/>
              </a:rPr>
              <a:t>© Copyright </a:t>
            </a:r>
            <a:r>
              <a:rPr lang="en-US" sz="700" kern="1200">
                <a:solidFill>
                  <a:schemeClr val="bg1"/>
                </a:solidFill>
                <a:latin typeface="+mn-lt"/>
                <a:ea typeface="+mn-ea"/>
                <a:cs typeface="Segoe UI" pitchFamily="34" charset="0"/>
              </a:rPr>
              <a:t>Advanced Micro Devices,</a:t>
            </a:r>
            <a:r>
              <a:rPr lang="en-US" sz="700">
                <a:solidFill>
                  <a:schemeClr val="bg1"/>
                </a:solidFill>
                <a:cs typeface="Segoe UI" pitchFamily="34" charset="0"/>
              </a:rPr>
              <a:t> Inc, All rights reserved.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CF5DA9-7F0B-974A-BDA7-C8F89F527F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4200" y="585787"/>
            <a:ext cx="1227766" cy="292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941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Ryzen_Three Section w/ Footer">
    <p:bg>
      <p:bgPr>
        <a:gradFill>
          <a:gsLst>
            <a:gs pos="100000">
              <a:schemeClr val="tx1"/>
            </a:gs>
            <a:gs pos="30000">
              <a:schemeClr val="tx1">
                <a:lumMod val="95000"/>
                <a:lumOff val="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16813F-27FE-CF42-A6AF-C6D4FEE4473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1558" y="1889949"/>
            <a:ext cx="3401883" cy="2346325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Insert Picture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6821C60-3005-9348-BEB7-13FADAF269C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82051" y="4952661"/>
            <a:ext cx="3402013" cy="852042"/>
          </a:xfrm>
        </p:spPr>
        <p:txBody>
          <a:bodyPr/>
          <a:lstStyle>
            <a:lvl1pPr marL="0" indent="0" algn="ctr">
              <a:buNone/>
              <a:defRPr sz="1400" b="0" i="0">
                <a:latin typeface="Klavika Light" panose="020B0506040000020004" pitchFamily="34" charset="0"/>
              </a:defRPr>
            </a:lvl1pPr>
          </a:lstStyle>
          <a:p>
            <a:pPr lvl="0"/>
            <a:r>
              <a:rPr lang="en-US"/>
              <a:t>Description goes here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FA69E69-1218-D642-98D0-59D52F65823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2051" y="4524399"/>
            <a:ext cx="3402013" cy="383264"/>
          </a:xfrm>
        </p:spPr>
        <p:txBody>
          <a:bodyPr>
            <a:spAutoFit/>
          </a:bodyPr>
          <a:lstStyle>
            <a:lvl1pPr marL="0" indent="0" algn="ctr">
              <a:buNone/>
              <a:defRPr sz="1800" b="0" i="0">
                <a:solidFill>
                  <a:schemeClr val="accent1"/>
                </a:solidFill>
                <a:latin typeface="Klavika Medium" panose="020B0506040000020004" pitchFamily="34" charset="0"/>
              </a:defRPr>
            </a:lvl1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F85770E2-092C-D846-989D-3D15F800B2E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95059" y="1889949"/>
            <a:ext cx="3401883" cy="2346325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Insert Picture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9A576936-2CD7-9C46-9D4F-7B694777D23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94994" y="4952661"/>
            <a:ext cx="3402013" cy="852042"/>
          </a:xfrm>
        </p:spPr>
        <p:txBody>
          <a:bodyPr/>
          <a:lstStyle>
            <a:lvl1pPr marL="0" indent="0" algn="ctr">
              <a:buNone/>
              <a:defRPr sz="1400" b="0" i="0">
                <a:latin typeface="Klavika Light" panose="020B0506040000020004" pitchFamily="34" charset="0"/>
              </a:defRPr>
            </a:lvl1pPr>
          </a:lstStyle>
          <a:p>
            <a:pPr lvl="0"/>
            <a:r>
              <a:rPr lang="en-US"/>
              <a:t>Description goes here</a:t>
            </a:r>
          </a:p>
        </p:txBody>
      </p:sp>
      <p:sp>
        <p:nvSpPr>
          <p:cNvPr id="23" name="Text Placeholder 12">
            <a:extLst>
              <a:ext uri="{FF2B5EF4-FFF2-40B4-BE49-F238E27FC236}">
                <a16:creationId xmlns:a16="http://schemas.microsoft.com/office/drawing/2014/main" id="{B7969697-7B76-784D-B7C6-7476E13F285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94994" y="4524399"/>
            <a:ext cx="3402013" cy="383264"/>
          </a:xfrm>
        </p:spPr>
        <p:txBody>
          <a:bodyPr>
            <a:spAutoFit/>
          </a:bodyPr>
          <a:lstStyle>
            <a:lvl1pPr marL="0" indent="0" algn="ctr">
              <a:buNone/>
              <a:defRPr sz="1800" b="0" i="0">
                <a:solidFill>
                  <a:schemeClr val="accent1"/>
                </a:solidFill>
                <a:latin typeface="Klavika Medium" panose="020B0506040000020004" pitchFamily="34" charset="0"/>
              </a:defRPr>
            </a:lvl1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91ED116A-3C87-834F-A5B2-BA669E8B71E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107443" y="1889949"/>
            <a:ext cx="3401883" cy="2346325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Insert Picture</a:t>
            </a:r>
          </a:p>
        </p:txBody>
      </p:sp>
      <p:sp>
        <p:nvSpPr>
          <p:cNvPr id="26" name="Text Placeholder 12">
            <a:extLst>
              <a:ext uri="{FF2B5EF4-FFF2-40B4-BE49-F238E27FC236}">
                <a16:creationId xmlns:a16="http://schemas.microsoft.com/office/drawing/2014/main" id="{4E23B821-A2E8-7D42-947C-F038B764107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07936" y="4952661"/>
            <a:ext cx="3402013" cy="852042"/>
          </a:xfrm>
        </p:spPr>
        <p:txBody>
          <a:bodyPr/>
          <a:lstStyle>
            <a:lvl1pPr marL="0" indent="0" algn="ctr">
              <a:buNone/>
              <a:defRPr sz="1400" b="0" i="0">
                <a:latin typeface="Klavika Light" panose="020B0506040000020004" pitchFamily="34" charset="0"/>
              </a:defRPr>
            </a:lvl1pPr>
          </a:lstStyle>
          <a:p>
            <a:pPr lvl="0"/>
            <a:r>
              <a:rPr lang="en-US"/>
              <a:t>Description goes here</a:t>
            </a:r>
          </a:p>
        </p:txBody>
      </p:sp>
      <p:sp>
        <p:nvSpPr>
          <p:cNvPr id="27" name="Text Placeholder 12">
            <a:extLst>
              <a:ext uri="{FF2B5EF4-FFF2-40B4-BE49-F238E27FC236}">
                <a16:creationId xmlns:a16="http://schemas.microsoft.com/office/drawing/2014/main" id="{E0CAB5ED-C3D9-6E43-A042-EBF6C880C73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07936" y="4524399"/>
            <a:ext cx="3402013" cy="383264"/>
          </a:xfrm>
        </p:spPr>
        <p:txBody>
          <a:bodyPr>
            <a:spAutoFit/>
          </a:bodyPr>
          <a:lstStyle>
            <a:lvl1pPr marL="0" indent="0" algn="ctr">
              <a:buNone/>
              <a:defRPr sz="1800" b="0" i="0">
                <a:solidFill>
                  <a:schemeClr val="accent1"/>
                </a:solidFill>
                <a:latin typeface="Klavika Medium" panose="020B0506040000020004" pitchFamily="34" charset="0"/>
              </a:defRPr>
            </a:lvl1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1F7E6253-D79D-E04F-85CA-5230C912E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00101"/>
            <a:ext cx="12192000" cy="784830"/>
          </a:xfrm>
        </p:spPr>
        <p:txBody>
          <a:bodyPr>
            <a:spAutoFit/>
          </a:bodyPr>
          <a:lstStyle>
            <a:lvl1pPr algn="ctr">
              <a:defRPr lang="en-US" sz="4800" b="1" i="0" strike="noStrike" kern="1200" cap="all" spc="-150" baseline="0" dirty="0">
                <a:solidFill>
                  <a:schemeClr val="bg1">
                    <a:lumMod val="95000"/>
                  </a:schemeClr>
                </a:solidFill>
                <a:latin typeface="Klavika Medium" panose="020B05060400000200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136457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5706" y="278133"/>
            <a:ext cx="10426875" cy="474345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313328" y="752474"/>
            <a:ext cx="10426875" cy="285750"/>
          </a:xfrm>
        </p:spPr>
        <p:txBody>
          <a:bodyPr tIns="0" bIns="0">
            <a:noAutofit/>
          </a:bodyPr>
          <a:lstStyle>
            <a:lvl1pPr marL="0" indent="0" algn="l" defTabSz="914126" rtl="0" eaLnBrk="1" latinLnBrk="0" hangingPunct="1">
              <a:spcBef>
                <a:spcPct val="0"/>
              </a:spcBef>
              <a:buNone/>
              <a:defRPr lang="en-US" sz="1799" strike="noStrike" kern="1200" cap="all" baseline="0" dirty="0" smtClean="0">
                <a:solidFill>
                  <a:schemeClr val="bg1"/>
                </a:solidFill>
                <a:latin typeface="Calibri" pitchFamily="34" charset="0"/>
                <a:ea typeface="+mj-ea"/>
                <a:cs typeface="+mj-cs"/>
              </a:defRPr>
            </a:lvl1pPr>
            <a:lvl2pPr marL="367555" indent="0" algn="l" defTabSz="914126" rtl="0" eaLnBrk="1" latinLnBrk="0" hangingPunct="1">
              <a:spcBef>
                <a:spcPct val="0"/>
              </a:spcBef>
              <a:buNone/>
              <a:defRPr lang="en-US" sz="2399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2pPr>
            <a:lvl3pPr marL="745901" indent="0" algn="l" defTabSz="914126" rtl="0" eaLnBrk="1" latinLnBrk="0" hangingPunct="1">
              <a:spcBef>
                <a:spcPct val="0"/>
              </a:spcBef>
              <a:buNone/>
              <a:defRPr lang="en-US" sz="2399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3pPr>
            <a:lvl4pPr marL="1188363" indent="0" algn="l" defTabSz="914126" rtl="0" eaLnBrk="1" latinLnBrk="0" hangingPunct="1">
              <a:spcBef>
                <a:spcPct val="0"/>
              </a:spcBef>
              <a:buNone/>
              <a:defRPr lang="en-US" sz="2399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4pPr>
            <a:lvl5pPr marL="1480884" indent="0" algn="l" defTabSz="914126" rtl="0" eaLnBrk="1" latinLnBrk="0" hangingPunct="1">
              <a:spcBef>
                <a:spcPct val="0"/>
              </a:spcBef>
              <a:buNone/>
              <a:defRPr lang="en-US" sz="2399" strike="noStrike" kern="1200" cap="all" baseline="0" dirty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5011073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9" y="1590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9" y="1590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5691" y="306707"/>
            <a:ext cx="9997441" cy="474345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850" y="1381123"/>
            <a:ext cx="11460481" cy="4937760"/>
          </a:xfrm>
        </p:spPr>
        <p:txBody>
          <a:bodyPr/>
          <a:lstStyle>
            <a:lvl1pPr>
              <a:buClr>
                <a:schemeClr val="tx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365851" y="752474"/>
            <a:ext cx="9997441" cy="285750"/>
          </a:xfrm>
        </p:spPr>
        <p:txBody>
          <a:bodyPr tIns="0" bIns="0">
            <a:noAutofit/>
          </a:bodyPr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1800" strike="noStrike" kern="1200" cap="all" baseline="0" dirty="0" smtClean="0">
                <a:solidFill>
                  <a:schemeClr val="bg1"/>
                </a:solidFill>
                <a:latin typeface="Calibri" pitchFamily="34" charset="0"/>
                <a:ea typeface="+mj-ea"/>
                <a:cs typeface="+mj-cs"/>
              </a:defRPr>
            </a:lvl1pPr>
            <a:lvl2pPr marL="36766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2pPr>
            <a:lvl3pPr marL="74612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3pPr>
            <a:lvl4pPr marL="1188720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4pPr>
            <a:lvl5pPr marL="1481328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3610948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5705" y="277813"/>
            <a:ext cx="10426875" cy="4746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3327" y="1381123"/>
            <a:ext cx="5304901" cy="5029200"/>
          </a:xfrm>
        </p:spPr>
        <p:txBody>
          <a:bodyPr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rgbClr val="000000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313327" y="752474"/>
            <a:ext cx="10426875" cy="285750"/>
          </a:xfrm>
        </p:spPr>
        <p:txBody>
          <a:bodyPr tIns="0" bIns="0">
            <a:noAutofit/>
          </a:bodyPr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18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1pPr>
            <a:lvl2pPr marL="36766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2pPr>
            <a:lvl3pPr marL="74612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3pPr>
            <a:lvl4pPr marL="1188720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4pPr>
            <a:lvl5pPr marL="1481328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5"/>
          <p:cNvSpPr>
            <a:spLocks noGrp="1"/>
          </p:cNvSpPr>
          <p:nvPr>
            <p:ph sz="quarter" idx="11"/>
          </p:nvPr>
        </p:nvSpPr>
        <p:spPr>
          <a:xfrm>
            <a:off x="6308781" y="1381123"/>
            <a:ext cx="5304901" cy="5029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278385997"/>
      </p:ext>
    </p:extLst>
  </p:cSld>
  <p:clrMapOvr>
    <a:masterClrMapping/>
  </p:clrMapOvr>
  <p:transition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855" y="1381123"/>
            <a:ext cx="11453077" cy="4937760"/>
          </a:xfrm>
        </p:spPr>
        <p:txBody>
          <a:bodyPr/>
          <a:lstStyle>
            <a:lvl1pPr>
              <a:buClr>
                <a:schemeClr val="tx1">
                  <a:lumMod val="50000"/>
                  <a:lumOff val="50000"/>
                </a:schemeClr>
              </a:buClr>
              <a:defRPr>
                <a:solidFill>
                  <a:srgbClr val="FFFFFF"/>
                </a:solidFill>
              </a:defRPr>
            </a:lvl1pPr>
            <a:lvl2pPr>
              <a:buClr>
                <a:schemeClr val="tx1">
                  <a:lumMod val="50000"/>
                  <a:lumOff val="50000"/>
                </a:schemeClr>
              </a:buClr>
              <a:defRPr>
                <a:solidFill>
                  <a:srgbClr val="FFFFFF"/>
                </a:solidFill>
              </a:defRPr>
            </a:lvl2pPr>
            <a:lvl3pPr>
              <a:buClr>
                <a:schemeClr val="tx1">
                  <a:lumMod val="50000"/>
                  <a:lumOff val="50000"/>
                </a:schemeClr>
              </a:buClr>
              <a:defRPr>
                <a:solidFill>
                  <a:srgbClr val="FFFFFF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365855" y="752474"/>
            <a:ext cx="10426875" cy="285750"/>
          </a:xfrm>
        </p:spPr>
        <p:txBody>
          <a:bodyPr tIns="0" bIns="0">
            <a:noAutofit/>
          </a:bodyPr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1600" strike="noStrike" kern="1200" cap="all" baseline="0" dirty="0" smtClean="0">
                <a:solidFill>
                  <a:srgbClr val="FFFFFF"/>
                </a:solidFill>
                <a:latin typeface="Calibri" pitchFamily="34" charset="0"/>
                <a:ea typeface="+mj-ea"/>
                <a:cs typeface="+mj-cs"/>
              </a:defRPr>
            </a:lvl1pPr>
            <a:lvl2pPr marL="36766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2pPr>
            <a:lvl3pPr marL="74612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3pPr>
            <a:lvl4pPr marL="1188720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4pPr>
            <a:lvl5pPr marL="1481328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365855" y="245566"/>
            <a:ext cx="9993815" cy="474345"/>
          </a:xfrm>
          <a:prstGeom prst="rect">
            <a:avLst/>
          </a:prstGeom>
        </p:spPr>
        <p:txBody>
          <a:bodyPr vert="horz" lIns="0" tIns="4572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040345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855" y="1381123"/>
            <a:ext cx="11453077" cy="4937760"/>
          </a:xfrm>
        </p:spPr>
        <p:txBody>
          <a:bodyPr/>
          <a:lstStyle>
            <a:lvl1pPr>
              <a:buClr>
                <a:schemeClr val="tx1">
                  <a:lumMod val="50000"/>
                  <a:lumOff val="50000"/>
                </a:schemeClr>
              </a:buClr>
              <a:defRPr>
                <a:solidFill>
                  <a:srgbClr val="FFFFFF"/>
                </a:solidFill>
              </a:defRPr>
            </a:lvl1pPr>
            <a:lvl2pPr>
              <a:buClr>
                <a:schemeClr val="tx1">
                  <a:lumMod val="50000"/>
                  <a:lumOff val="50000"/>
                </a:schemeClr>
              </a:buClr>
              <a:defRPr>
                <a:solidFill>
                  <a:srgbClr val="FFFFFF"/>
                </a:solidFill>
              </a:defRPr>
            </a:lvl2pPr>
            <a:lvl3pPr marL="801688" indent="-168275">
              <a:buClr>
                <a:schemeClr val="tx1">
                  <a:lumMod val="50000"/>
                  <a:lumOff val="50000"/>
                </a:schemeClr>
              </a:buClr>
              <a:tabLst>
                <a:tab pos="801688" algn="l"/>
              </a:tabLst>
              <a:defRPr>
                <a:solidFill>
                  <a:srgbClr val="FFFFFF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365855" y="752474"/>
            <a:ext cx="10426875" cy="285750"/>
          </a:xfrm>
        </p:spPr>
        <p:txBody>
          <a:bodyPr tIns="0" bIns="0">
            <a:noAutofit/>
          </a:bodyPr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1600" strike="noStrike" kern="1200" cap="all" baseline="0" dirty="0" smtClean="0">
                <a:solidFill>
                  <a:srgbClr val="FFFFFF"/>
                </a:solidFill>
                <a:latin typeface="Calibri" pitchFamily="34" charset="0"/>
                <a:ea typeface="+mj-ea"/>
                <a:cs typeface="+mj-cs"/>
              </a:defRPr>
            </a:lvl1pPr>
            <a:lvl2pPr marL="36766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2pPr>
            <a:lvl3pPr marL="74612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3pPr>
            <a:lvl4pPr marL="1188720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4pPr>
            <a:lvl5pPr marL="1481328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365855" y="245566"/>
            <a:ext cx="9993815" cy="474345"/>
          </a:xfrm>
          <a:prstGeom prst="rect">
            <a:avLst/>
          </a:prstGeom>
        </p:spPr>
        <p:txBody>
          <a:bodyPr vert="horz" lIns="0" tIns="4572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053243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Title and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226"/>
          <p:cNvSpPr>
            <a:spLocks noGrp="1" noChangeArrowheads="1"/>
          </p:cNvSpPr>
          <p:nvPr>
            <p:ph type="title"/>
          </p:nvPr>
        </p:nvSpPr>
        <p:spPr bwMode="auto">
          <a:xfrm>
            <a:off x="299524" y="341640"/>
            <a:ext cx="11663021" cy="5232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Title Goes Here</a:t>
            </a:r>
          </a:p>
        </p:txBody>
      </p:sp>
      <p:sp>
        <p:nvSpPr>
          <p:cNvPr id="46" name="Text Placeholder 45"/>
          <p:cNvSpPr>
            <a:spLocks noGrp="1"/>
          </p:cNvSpPr>
          <p:nvPr>
            <p:ph type="body" sz="quarter" idx="10"/>
          </p:nvPr>
        </p:nvSpPr>
        <p:spPr>
          <a:xfrm>
            <a:off x="299523" y="1074194"/>
            <a:ext cx="11663021" cy="12003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69630735"/>
      </p:ext>
    </p:extLst>
  </p:cSld>
  <p:clrMapOvr>
    <a:masterClrMapping/>
  </p:clrMapOvr>
  <p:transition>
    <p:fad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Full Pag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3C9CD-CEB4-6749-878D-F8E61EC7F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2799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DC00CF4-3647-9142-A97E-5B77428DAD2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66701" y="914400"/>
            <a:ext cx="11658600" cy="120032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E889B6-A0D8-F246-951C-FE4F9EBCD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932D5-48D2-3F48-87E1-D925B934379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F6EC45B5-0207-4F77-A575-505644FE9E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95423" y="6492877"/>
            <a:ext cx="4830592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000" b="0" i="0">
                <a:solidFill>
                  <a:schemeClr val="bg2"/>
                </a:solidFill>
                <a:latin typeface="Klavika Regular" panose="020B0506040000020004" pitchFamily="34" charset="0"/>
              </a:defRPr>
            </a:lvl1pPr>
          </a:lstStyle>
          <a:p>
            <a:r>
              <a:rPr lang="en-US"/>
              <a:t>|   STRIX / MS 1  CONCEPT UPDATE   |   APRIL 9, 2021    |   CONFIDENTIAL – NDA REQURIED</a:t>
            </a:r>
          </a:p>
        </p:txBody>
      </p:sp>
    </p:spTree>
    <p:extLst>
      <p:ext uri="{BB962C8B-B14F-4D97-AF65-F5344CB8AC3E}">
        <p14:creationId xmlns:p14="http://schemas.microsoft.com/office/powerpoint/2010/main" val="143410987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5705" y="299860"/>
            <a:ext cx="10426875" cy="43088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313327" y="752474"/>
            <a:ext cx="10426875" cy="285750"/>
          </a:xfrm>
        </p:spPr>
        <p:txBody>
          <a:bodyPr tIns="0" bIns="0">
            <a:noAutofit/>
          </a:bodyPr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18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1pPr>
            <a:lvl2pPr marL="36766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2pPr>
            <a:lvl3pPr marL="74612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3pPr>
            <a:lvl4pPr marL="1188720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4pPr>
            <a:lvl5pPr marL="1481328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349686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W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263" y="561173"/>
            <a:ext cx="11018520" cy="492122"/>
          </a:xfrm>
        </p:spPr>
        <p:txBody>
          <a:bodyPr/>
          <a:lstStyle>
            <a:lvl1pPr>
              <a:defRPr sz="3198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8C207BA-20EF-4C80-B904-A724D1C415A5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365850" y="1128048"/>
            <a:ext cx="11460481" cy="1292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1404755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365855" y="245568"/>
            <a:ext cx="9993815" cy="474345"/>
          </a:xfrm>
          <a:prstGeom prst="rect">
            <a:avLst/>
          </a:prstGeom>
        </p:spPr>
        <p:txBody>
          <a:bodyPr vert="horz" lIns="0" tIns="4572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663359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5706" y="299862"/>
            <a:ext cx="10426875" cy="43088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3326" y="1381123"/>
            <a:ext cx="11341514" cy="1052596"/>
          </a:xfrm>
        </p:spPr>
        <p:txBody>
          <a:bodyPr/>
          <a:lstStyle>
            <a:lvl1pPr marL="288838" indent="-288838">
              <a:buClr>
                <a:schemeClr val="tx1"/>
              </a:buClr>
              <a:buSzPct val="80000"/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 marL="804622" indent="-168225"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 marL="1082350" indent="-182508">
              <a:defRPr sz="14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313328" y="752474"/>
            <a:ext cx="10426875" cy="285750"/>
          </a:xfrm>
        </p:spPr>
        <p:txBody>
          <a:bodyPr tIns="0" bIns="0">
            <a:noAutofit/>
          </a:bodyPr>
          <a:lstStyle>
            <a:lvl1pPr marL="0" indent="0" algn="l" defTabSz="914126" rtl="0" eaLnBrk="1" latinLnBrk="0" hangingPunct="1">
              <a:spcBef>
                <a:spcPct val="0"/>
              </a:spcBef>
              <a:buNone/>
              <a:defRPr lang="en-US" sz="1799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1pPr>
            <a:lvl2pPr marL="367555" indent="0" algn="l" defTabSz="914126" rtl="0" eaLnBrk="1" latinLnBrk="0" hangingPunct="1">
              <a:spcBef>
                <a:spcPct val="0"/>
              </a:spcBef>
              <a:buNone/>
              <a:defRPr lang="en-US" sz="2399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2pPr>
            <a:lvl3pPr marL="745901" indent="0" algn="l" defTabSz="914126" rtl="0" eaLnBrk="1" latinLnBrk="0" hangingPunct="1">
              <a:spcBef>
                <a:spcPct val="0"/>
              </a:spcBef>
              <a:buNone/>
              <a:defRPr lang="en-US" sz="2399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3pPr>
            <a:lvl4pPr marL="1188363" indent="0" algn="l" defTabSz="914126" rtl="0" eaLnBrk="1" latinLnBrk="0" hangingPunct="1">
              <a:spcBef>
                <a:spcPct val="0"/>
              </a:spcBef>
              <a:buNone/>
              <a:defRPr lang="en-US" sz="2399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4pPr>
            <a:lvl5pPr marL="1480884" indent="0" algn="l" defTabSz="914126" rtl="0" eaLnBrk="1" latinLnBrk="0" hangingPunct="1">
              <a:spcBef>
                <a:spcPct val="0"/>
              </a:spcBef>
              <a:buNone/>
              <a:defRPr lang="en-US" sz="2399" strike="noStrike" kern="1200" cap="all" baseline="0" dirty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686545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BL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94969507"/>
      </p:ext>
    </p:extLst>
  </p:cSld>
  <p:clrMapOvr>
    <a:masterClrMapping/>
  </p:clrMapOvr>
  <p:transition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5705" y="299860"/>
            <a:ext cx="10426875" cy="43088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313327" y="752474"/>
            <a:ext cx="10426875" cy="285750"/>
          </a:xfrm>
        </p:spPr>
        <p:txBody>
          <a:bodyPr tIns="0" bIns="0">
            <a:noAutofit/>
          </a:bodyPr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18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1pPr>
            <a:lvl2pPr marL="36766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2pPr>
            <a:lvl3pPr marL="74612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3pPr>
            <a:lvl4pPr marL="1188720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4pPr>
            <a:lvl5pPr marL="1481328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31036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5705" y="299860"/>
            <a:ext cx="10426875" cy="43088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3326" y="1381123"/>
            <a:ext cx="11341514" cy="794064"/>
          </a:xfrm>
        </p:spPr>
        <p:txBody>
          <a:bodyPr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313327" y="752474"/>
            <a:ext cx="10426875" cy="285750"/>
          </a:xfrm>
        </p:spPr>
        <p:txBody>
          <a:bodyPr tIns="0" bIns="0">
            <a:noAutofit/>
          </a:bodyPr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18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1pPr>
            <a:lvl2pPr marL="36766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2pPr>
            <a:lvl3pPr marL="74612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3pPr>
            <a:lvl4pPr marL="1188720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4pPr>
            <a:lvl5pPr marL="1481328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11758474" y="518058"/>
            <a:ext cx="361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4625" indent="-174625">
              <a:spcAft>
                <a:spcPts val="600"/>
              </a:spcAft>
              <a:buClr>
                <a:schemeClr val="bg2"/>
              </a:buClr>
              <a:buFont typeface="Wingdings 3" pitchFamily="18" charset="2"/>
              <a:buChar char="}"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2181696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Titl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718045E0-1A64-A540-B8D3-000380413B8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68341" y="6467047"/>
            <a:ext cx="607178" cy="145694"/>
          </a:xfrm>
          <a:prstGeom prst="rect">
            <a:avLst/>
          </a:prstGeom>
        </p:spPr>
      </p:pic>
      <p:sp>
        <p:nvSpPr>
          <p:cNvPr id="17" name="Slide Number Placeholder 7">
            <a:extLst>
              <a:ext uri="{FF2B5EF4-FFF2-40B4-BE49-F238E27FC236}">
                <a16:creationId xmlns:a16="http://schemas.microsoft.com/office/drawing/2014/main" id="{005F6F9C-9A4A-6F4C-A861-4B55980CDF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5204" y="6442742"/>
            <a:ext cx="345990" cy="2048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 b="0" i="0">
                <a:solidFill>
                  <a:schemeClr val="accent6">
                    <a:lumMod val="25000"/>
                    <a:lumOff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959A88F6-A667-2F47-A1AA-6AA2965AA51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4ABDD1EE-CA25-634F-9231-8978809CCB9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1699" y="2266790"/>
            <a:ext cx="4951195" cy="27544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itle 3">
            <a:extLst>
              <a:ext uri="{FF2B5EF4-FFF2-40B4-BE49-F238E27FC236}">
                <a16:creationId xmlns:a16="http://schemas.microsoft.com/office/drawing/2014/main" id="{13D894A3-4BCF-624B-8E78-214D7A6EC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699" y="402878"/>
            <a:ext cx="4951195" cy="1704891"/>
          </a:xfrm>
        </p:spPr>
        <p:txBody>
          <a:bodyPr anchor="b">
            <a:noAutofit/>
          </a:bodyPr>
          <a:lstStyle>
            <a:lvl1pPr>
              <a:defRPr sz="4000" b="1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76A58DE1-1CAA-FE44-848A-E1AC6397B83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849454" y="0"/>
            <a:ext cx="2272196" cy="502126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4048AA25-DE0B-4048-AE7C-71B85BD42D3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849454" y="5287120"/>
            <a:ext cx="2272196" cy="157088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id="{7B012A6A-C8E7-3D4B-AB1D-257C0630CA4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404797" y="0"/>
            <a:ext cx="2272196" cy="210776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2" name="Picture Placeholder 2">
            <a:extLst>
              <a:ext uri="{FF2B5EF4-FFF2-40B4-BE49-F238E27FC236}">
                <a16:creationId xmlns:a16="http://schemas.microsoft.com/office/drawing/2014/main" id="{0313B290-C967-234D-8D75-0378F61B657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04797" y="2402237"/>
            <a:ext cx="2272196" cy="4455762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1FF18FD-696F-B743-B474-36B3734E8FD9}"/>
              </a:ext>
            </a:extLst>
          </p:cNvPr>
          <p:cNvCxnSpPr/>
          <p:nvPr userDrawn="1"/>
        </p:nvCxnSpPr>
        <p:spPr>
          <a:xfrm>
            <a:off x="0" y="5171354"/>
            <a:ext cx="8263223" cy="0"/>
          </a:xfrm>
          <a:prstGeom prst="line">
            <a:avLst/>
          </a:prstGeom>
          <a:noFill/>
          <a:ln w="50800" cap="flat" cmpd="sng" algn="ctr">
            <a:gradFill flip="none" rotWithShape="1">
              <a:gsLst>
                <a:gs pos="100000">
                  <a:srgbClr val="ED1C24"/>
                </a:gs>
                <a:gs pos="0">
                  <a:srgbClr val="231E1F"/>
                </a:gs>
              </a:gsLst>
              <a:lin ang="0" scaled="1"/>
              <a:tileRect/>
            </a:gradFill>
            <a:prstDash val="solid"/>
            <a:miter lim="800000"/>
            <a:headEnd type="none"/>
            <a:tailEnd type="none" w="lg" len="lg"/>
          </a:ln>
          <a:effectLst/>
        </p:spPr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F82CEEF-4BE9-5F40-B17B-8742997664A0}"/>
              </a:ext>
            </a:extLst>
          </p:cNvPr>
          <p:cNvCxnSpPr/>
          <p:nvPr userDrawn="1"/>
        </p:nvCxnSpPr>
        <p:spPr>
          <a:xfrm>
            <a:off x="8263223" y="2266790"/>
            <a:ext cx="3928777" cy="0"/>
          </a:xfrm>
          <a:prstGeom prst="line">
            <a:avLst/>
          </a:prstGeom>
          <a:noFill/>
          <a:ln w="50800" cap="flat" cmpd="sng" algn="ctr">
            <a:gradFill flip="none" rotWithShape="1">
              <a:gsLst>
                <a:gs pos="100000">
                  <a:srgbClr val="ED1C24"/>
                </a:gs>
                <a:gs pos="0">
                  <a:srgbClr val="231E1F"/>
                </a:gs>
              </a:gsLst>
              <a:lin ang="10800000" scaled="1"/>
              <a:tileRect/>
            </a:gradFill>
            <a:prstDash val="solid"/>
            <a:miter lim="800000"/>
            <a:headEnd type="none"/>
            <a:tailEnd type="none" w="lg" len="lg"/>
          </a:ln>
          <a:effectLst/>
        </p:spPr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BE1EFC2-0EEC-854A-B5BA-D7954F4FCBF5}"/>
              </a:ext>
            </a:extLst>
          </p:cNvPr>
          <p:cNvCxnSpPr/>
          <p:nvPr userDrawn="1"/>
        </p:nvCxnSpPr>
        <p:spPr>
          <a:xfrm>
            <a:off x="8263223" y="0"/>
            <a:ext cx="0" cy="6857999"/>
          </a:xfrm>
          <a:prstGeom prst="line">
            <a:avLst/>
          </a:prstGeom>
          <a:noFill/>
          <a:ln w="50800" cap="flat" cmpd="sng" algn="ctr">
            <a:solidFill>
              <a:srgbClr val="ED1C24"/>
            </a:solidFill>
            <a:prstDash val="solid"/>
            <a:miter lim="800000"/>
            <a:headEnd type="none"/>
            <a:tailEnd type="none" w="lg" len="lg"/>
          </a:ln>
          <a:effectLst/>
        </p:spPr>
      </p:cxnSp>
      <p:pic>
        <p:nvPicPr>
          <p:cNvPr id="13" name="Picture 12" descr="A picture containing clipart&#10;&#10;Description automatically generated">
            <a:extLst>
              <a:ext uri="{FF2B5EF4-FFF2-40B4-BE49-F238E27FC236}">
                <a16:creationId xmlns:a16="http://schemas.microsoft.com/office/drawing/2014/main" id="{FB954FF1-A126-4ECD-9D39-123B00DE8B5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0990" y="6428564"/>
            <a:ext cx="607179" cy="233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68329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18AD4BE-C1AB-6647-A8E6-140CFE563F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68341" y="6467047"/>
            <a:ext cx="607178" cy="145694"/>
          </a:xfrm>
          <a:prstGeom prst="rect">
            <a:avLst/>
          </a:prstGeom>
        </p:spPr>
      </p:pic>
      <p:sp>
        <p:nvSpPr>
          <p:cNvPr id="5" name="Slide Number Placeholder 7">
            <a:extLst>
              <a:ext uri="{FF2B5EF4-FFF2-40B4-BE49-F238E27FC236}">
                <a16:creationId xmlns:a16="http://schemas.microsoft.com/office/drawing/2014/main" id="{C5D3B6AF-E29D-E64E-891A-E3B0994DC2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5204" y="6442742"/>
            <a:ext cx="345990" cy="2048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 b="0" i="0">
                <a:solidFill>
                  <a:schemeClr val="accent6">
                    <a:lumMod val="25000"/>
                    <a:lumOff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959A88F6-A667-2F47-A1AA-6AA2965AA51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ABAE03F-FE2B-0B49-AF55-C2EDDDC9C30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1237" y="1695268"/>
            <a:ext cx="11409528" cy="4500816"/>
          </a:xfrm>
        </p:spPr>
        <p:txBody>
          <a:bodyPr>
            <a:normAutofit/>
          </a:bodyPr>
          <a:lstStyle>
            <a:lvl1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 panose="020B0604020202020204" pitchFamily="34" charset="0"/>
              <a:buChar char="•"/>
              <a:tabLst/>
              <a:defRPr sz="1800"/>
            </a:lvl1pPr>
            <a:lvl2pPr marL="800100" indent="-342900">
              <a:buFont typeface="Arial" panose="020B0604020202020204" pitchFamily="34" charset="0"/>
              <a:buChar char="•"/>
              <a:defRPr/>
            </a:lvl2pPr>
            <a:lvl3pPr marL="1257300" indent="-34290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0"/>
            <a:r>
              <a:rPr lang="en-US"/>
              <a:t>Edit Master text styles</a:t>
            </a:r>
          </a:p>
          <a:p>
            <a:pPr lvl="0"/>
            <a:r>
              <a:rPr lang="en-US"/>
              <a:t>Edit Master text styles</a:t>
            </a:r>
          </a:p>
          <a:p>
            <a:pPr lvl="0"/>
            <a:r>
              <a:rPr lang="en-US"/>
              <a:t>Edit Master text styles</a:t>
            </a:r>
          </a:p>
          <a:p>
            <a:pPr lvl="0"/>
            <a:r>
              <a:rPr lang="en-US"/>
              <a:t>Edit Master text styles</a:t>
            </a:r>
          </a:p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6321A177-7B3A-FA4E-8A7C-EB0596F92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236" y="447260"/>
            <a:ext cx="11409528" cy="104117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 b="1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08D8F9F-270E-CB4B-9634-2B9422309880}"/>
              </a:ext>
            </a:extLst>
          </p:cNvPr>
          <p:cNvCxnSpPr>
            <a:cxnSpLocks/>
          </p:cNvCxnSpPr>
          <p:nvPr userDrawn="1"/>
        </p:nvCxnSpPr>
        <p:spPr>
          <a:xfrm>
            <a:off x="0" y="160151"/>
            <a:ext cx="12192000" cy="0"/>
          </a:xfrm>
          <a:prstGeom prst="line">
            <a:avLst/>
          </a:prstGeom>
          <a:ln w="25400">
            <a:gradFill flip="none" rotWithShape="1">
              <a:gsLst>
                <a:gs pos="0">
                  <a:schemeClr val="tx1">
                    <a:alpha val="0"/>
                  </a:schemeClr>
                </a:gs>
                <a:gs pos="55000">
                  <a:schemeClr val="accent3"/>
                </a:gs>
                <a:gs pos="45000">
                  <a:schemeClr val="accent3"/>
                </a:gs>
                <a:gs pos="99000">
                  <a:schemeClr val="tx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86BEABF-E298-754C-9BE1-28675D28FDD2}"/>
              </a:ext>
            </a:extLst>
          </p:cNvPr>
          <p:cNvCxnSpPr>
            <a:cxnSpLocks/>
          </p:cNvCxnSpPr>
          <p:nvPr userDrawn="1"/>
        </p:nvCxnSpPr>
        <p:spPr>
          <a:xfrm>
            <a:off x="0" y="6693686"/>
            <a:ext cx="12192000" cy="0"/>
          </a:xfrm>
          <a:prstGeom prst="line">
            <a:avLst/>
          </a:prstGeom>
          <a:ln w="25400">
            <a:gradFill flip="none" rotWithShape="1">
              <a:gsLst>
                <a:gs pos="0">
                  <a:schemeClr val="tx1">
                    <a:alpha val="0"/>
                  </a:schemeClr>
                </a:gs>
                <a:gs pos="55000">
                  <a:schemeClr val="accent3"/>
                </a:gs>
                <a:gs pos="45000">
                  <a:schemeClr val="accent3"/>
                </a:gs>
                <a:gs pos="99000">
                  <a:schemeClr val="tx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A picture containing clipart&#10;&#10;Description automatically generated">
            <a:extLst>
              <a:ext uri="{FF2B5EF4-FFF2-40B4-BE49-F238E27FC236}">
                <a16:creationId xmlns:a16="http://schemas.microsoft.com/office/drawing/2014/main" id="{65ADB416-9B7C-46DB-ABBD-4E0113EF845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0990" y="6428564"/>
            <a:ext cx="607179" cy="233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30350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5705" y="299860"/>
            <a:ext cx="10426875" cy="43088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3326" y="1381123"/>
            <a:ext cx="11341514" cy="1052596"/>
          </a:xfrm>
        </p:spPr>
        <p:txBody>
          <a:bodyPr/>
          <a:lstStyle>
            <a:lvl1pPr marL="288925" indent="-288925">
              <a:buClr>
                <a:schemeClr val="tx1"/>
              </a:buClr>
              <a:buSzPct val="80000"/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 marL="804863" indent="-168275"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 marL="1082675" indent="-182563">
              <a:defRPr sz="14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313327" y="752474"/>
            <a:ext cx="10426875" cy="285750"/>
          </a:xfrm>
        </p:spPr>
        <p:txBody>
          <a:bodyPr tIns="0" bIns="0">
            <a:noAutofit/>
          </a:bodyPr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18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1pPr>
            <a:lvl2pPr marL="36766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2pPr>
            <a:lvl3pPr marL="74612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3pPr>
            <a:lvl4pPr marL="1188720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4pPr>
            <a:lvl5pPr marL="1481328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744704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_AM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487336"/>
            <a:ext cx="5510213" cy="1046440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3400" spc="-50" baseline="0">
                <a:solidFill>
                  <a:schemeClr val="bg1">
                    <a:lumMod val="95000"/>
                  </a:schemeClr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5510213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000" spc="0" baseline="0">
                <a:solidFill>
                  <a:schemeClr val="bg1">
                    <a:lumMod val="95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EF9816-E4E3-3E43-A0E6-62AA2BBAC2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87578" y="585787"/>
            <a:ext cx="1221010" cy="292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1602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3839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44FAA5D-652B-2046-B842-C0F17EA7CF7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0" y="1435100"/>
            <a:ext cx="11018520" cy="1200329"/>
          </a:xfrm>
        </p:spPr>
        <p:txBody>
          <a:bodyPr/>
          <a:lstStyle>
            <a:lvl1pPr>
              <a:buSzPct val="80000"/>
              <a:buFont typeface="Arial" panose="020B0604020202020204" pitchFamily="34" charset="0"/>
              <a:buChar char="•"/>
              <a:defRPr/>
            </a:lvl1pPr>
            <a:lvl2pPr>
              <a:buClr>
                <a:schemeClr val="accent4"/>
              </a:buClr>
              <a:buSzPct val="80000"/>
              <a:buFont typeface="Arial" panose="020B0604020202020204" pitchFamily="34" charset="0"/>
              <a:buChar char="•"/>
              <a:defRPr/>
            </a:lvl2pPr>
            <a:lvl3pPr>
              <a:buClr>
                <a:schemeClr val="accent3"/>
              </a:buClr>
              <a:buSzPct val="80000"/>
              <a:buFont typeface="Arial" panose="020B0604020202020204" pitchFamily="34" charset="0"/>
              <a:buChar char="•"/>
              <a:defRPr/>
            </a:lvl3pPr>
            <a:lvl4pPr>
              <a:buClr>
                <a:schemeClr val="accent3"/>
              </a:buClr>
              <a:buSzPct val="80000"/>
              <a:buFont typeface="Arial" panose="020B0604020202020204" pitchFamily="34" charset="0"/>
              <a:buChar char="•"/>
              <a:defRPr/>
            </a:lvl4pPr>
            <a:lvl5pPr>
              <a:buClr>
                <a:schemeClr val="accent3"/>
              </a:buClr>
              <a:buSzPct val="8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1508966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5">
          <p15:clr>
            <a:srgbClr val="5ACBF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9270342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7">
            <a:extLst>
              <a:ext uri="{FF2B5EF4-FFF2-40B4-BE49-F238E27FC236}">
                <a16:creationId xmlns:a16="http://schemas.microsoft.com/office/drawing/2014/main" id="{54F20B8C-78F6-4453-B5E2-4CEDF7AC484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1412239" y="6561727"/>
            <a:ext cx="641532" cy="153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81FFF3B-2089-49A9-A570-07D228415302}"/>
              </a:ext>
            </a:extLst>
          </p:cNvPr>
          <p:cNvSpPr txBox="1"/>
          <p:nvPr userDrawn="1"/>
        </p:nvSpPr>
        <p:spPr>
          <a:xfrm>
            <a:off x="240809" y="6553364"/>
            <a:ext cx="114454" cy="190581"/>
          </a:xfrm>
          <a:prstGeom prst="rect">
            <a:avLst/>
          </a:prstGeom>
          <a:noFill/>
        </p:spPr>
        <p:txBody>
          <a:bodyPr wrap="none" lIns="0" tIns="41029" rIns="0" bIns="41029" rtlCol="0" anchor="ctr">
            <a:spAutoFit/>
          </a:bodyPr>
          <a:lstStyle/>
          <a:p>
            <a:pPr algn="r">
              <a:defRPr/>
            </a:pPr>
            <a:fld id="{B50A2252-0B00-49D0-9A28-2F5CCECF09D1}" type="slidenum">
              <a:rPr lang="en-US" sz="700" kern="1200" cap="none" spc="10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algn="r">
                <a:defRPr/>
              </a:pPr>
              <a:t>‹#›</a:t>
            </a:fld>
            <a:endParaRPr lang="en-US" sz="700" kern="1200" cap="none" spc="10" baseline="0">
              <a:solidFill>
                <a:schemeClr val="bg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E91272-3B83-40A1-B40E-514B4C21B1D1}"/>
              </a:ext>
            </a:extLst>
          </p:cNvPr>
          <p:cNvSpPr txBox="1"/>
          <p:nvPr userDrawn="1"/>
        </p:nvSpPr>
        <p:spPr>
          <a:xfrm>
            <a:off x="489006" y="6543252"/>
            <a:ext cx="2925160" cy="198276"/>
          </a:xfrm>
          <a:prstGeom prst="rect">
            <a:avLst/>
          </a:prstGeom>
          <a:noFill/>
        </p:spPr>
        <p:txBody>
          <a:bodyPr wrap="none" lIns="0" tIns="41029" rIns="0" bIns="41029" rtlCol="0" anchor="ctr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 spc="10">
                <a:solidFill>
                  <a:schemeClr val="bg1"/>
                </a:solidFill>
                <a:cs typeface="Arial" panose="020B0604020202020204" pitchFamily="34" charset="0"/>
              </a:rPr>
              <a:t>|  G&amp;E Offsite January 2021 | AMD Confidential |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63306605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 or Big Statem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131CDC60-F1B6-0B45-A345-E8DD606FB1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2030" y="0"/>
            <a:ext cx="11189970" cy="6858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8E4AE5D2-1D7A-E341-A8F0-5EAF40B568BE}"/>
              </a:ext>
            </a:extLst>
          </p:cNvPr>
          <p:cNvSpPr/>
          <p:nvPr userDrawn="1"/>
        </p:nvSpPr>
        <p:spPr>
          <a:xfrm>
            <a:off x="-1" y="814917"/>
            <a:ext cx="12192002" cy="5228167"/>
          </a:xfrm>
          <a:prstGeom prst="rect">
            <a:avLst/>
          </a:prstGeom>
          <a:gradFill flip="none" rotWithShape="1">
            <a:gsLst>
              <a:gs pos="0">
                <a:srgbClr val="000000"/>
              </a:gs>
              <a:gs pos="49000">
                <a:srgbClr val="000000">
                  <a:alpha val="96000"/>
                </a:srgbClr>
              </a:gs>
              <a:gs pos="99000">
                <a:srgbClr val="000000">
                  <a:alpha val="0"/>
                </a:srgbClr>
              </a:gs>
            </a:gsLst>
            <a:lin ang="0" scaled="1"/>
            <a:tileRect/>
          </a:gradFill>
          <a:ln>
            <a:noFill/>
          </a:ln>
          <a:effectLst>
            <a:softEdge rad="889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6F0CE0-7F69-FB4A-9B8E-F10F76E55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2409911"/>
            <a:ext cx="11658600" cy="2022951"/>
          </a:xfrm>
        </p:spPr>
        <p:txBody>
          <a:bodyPr>
            <a:normAutofit/>
          </a:bodyPr>
          <a:lstStyle>
            <a:lvl1pPr>
              <a:defRPr sz="4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51FC32-6D03-804E-9C07-EF2DAA1CB8F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95423" y="6492875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72CE38-4723-3F43-9A3A-B95DCC821A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0" y="6492875"/>
            <a:ext cx="595423" cy="365125"/>
          </a:xfrm>
          <a:prstGeom prst="rect">
            <a:avLst/>
          </a:prstGeom>
        </p:spPr>
        <p:txBody>
          <a:bodyPr/>
          <a:lstStyle/>
          <a:p>
            <a:fld id="{9BC932D5-48D2-3F48-87E1-D925B9343798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E259C75-1326-0049-9079-2EACF57518A8}"/>
              </a:ext>
            </a:extLst>
          </p:cNvPr>
          <p:cNvGrpSpPr/>
          <p:nvPr userDrawn="1"/>
        </p:nvGrpSpPr>
        <p:grpSpPr>
          <a:xfrm>
            <a:off x="-2" y="2192866"/>
            <a:ext cx="10972802" cy="2472267"/>
            <a:chOff x="762000" y="2272108"/>
            <a:chExt cx="9967146" cy="2472267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9F74DDF-2C0E-8D4D-BF00-BA75E9B8A158}"/>
                </a:ext>
              </a:extLst>
            </p:cNvPr>
            <p:cNvCxnSpPr>
              <a:cxnSpLocks/>
            </p:cNvCxnSpPr>
            <p:nvPr/>
          </p:nvCxnSpPr>
          <p:spPr>
            <a:xfrm>
              <a:off x="762000" y="2272108"/>
              <a:ext cx="9967146" cy="0"/>
            </a:xfrm>
            <a:prstGeom prst="line">
              <a:avLst/>
            </a:prstGeom>
            <a:ln w="25400">
              <a:gradFill flip="none" rotWithShape="1">
                <a:gsLst>
                  <a:gs pos="0">
                    <a:srgbClr val="000000">
                      <a:alpha val="0"/>
                    </a:srgbClr>
                  </a:gs>
                  <a:gs pos="48000">
                    <a:schemeClr val="accent1"/>
                  </a:gs>
                  <a:gs pos="100000">
                    <a:srgbClr val="000000">
                      <a:alpha val="0"/>
                    </a:srgb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9E76B47-0289-0B42-B9FD-FCEC9F66B8B4}"/>
                </a:ext>
              </a:extLst>
            </p:cNvPr>
            <p:cNvCxnSpPr>
              <a:cxnSpLocks/>
            </p:cNvCxnSpPr>
            <p:nvPr/>
          </p:nvCxnSpPr>
          <p:spPr>
            <a:xfrm>
              <a:off x="762000" y="4744375"/>
              <a:ext cx="7552267" cy="0"/>
            </a:xfrm>
            <a:prstGeom prst="line">
              <a:avLst/>
            </a:prstGeom>
            <a:ln w="25400">
              <a:gradFill flip="none" rotWithShape="1">
                <a:gsLst>
                  <a:gs pos="0">
                    <a:srgbClr val="000000">
                      <a:alpha val="0"/>
                    </a:srgbClr>
                  </a:gs>
                  <a:gs pos="48000">
                    <a:schemeClr val="accent1"/>
                  </a:gs>
                  <a:gs pos="100000">
                    <a:srgbClr val="000000">
                      <a:alpha val="0"/>
                    </a:srgb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1B6FB4DC-AE59-DC41-B79B-D83A58329A9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7711" y="4882179"/>
            <a:ext cx="8524875" cy="43355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SOURCE OR ATTRIBUTE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47539E8-59A2-9941-9DFE-7778E134A5F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7711" y="1675642"/>
            <a:ext cx="1226289" cy="292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33677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5691" y="306388"/>
            <a:ext cx="10241280" cy="4746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851" y="1381123"/>
            <a:ext cx="5486400" cy="5029200"/>
          </a:xfrm>
        </p:spPr>
        <p:txBody>
          <a:bodyPr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rgbClr val="000000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365851" y="752474"/>
            <a:ext cx="10241280" cy="285750"/>
          </a:xfrm>
        </p:spPr>
        <p:txBody>
          <a:bodyPr tIns="0" bIns="0">
            <a:noAutofit/>
          </a:bodyPr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18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1pPr>
            <a:lvl2pPr marL="36766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2pPr>
            <a:lvl3pPr marL="74612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3pPr>
            <a:lvl4pPr marL="1188720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4pPr>
            <a:lvl5pPr marL="1481328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5"/>
          <p:cNvSpPr>
            <a:spLocks noGrp="1"/>
          </p:cNvSpPr>
          <p:nvPr>
            <p:ph sz="quarter" idx="11"/>
          </p:nvPr>
        </p:nvSpPr>
        <p:spPr>
          <a:xfrm>
            <a:off x="6308780" y="1381123"/>
            <a:ext cx="5486400" cy="5029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482702693"/>
      </p:ext>
    </p:extLst>
  </p:cSld>
  <p:clrMapOvr>
    <a:masterClrMapping/>
  </p:clrMapOvr>
  <p:transition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4AB032-04D9-4524-8A44-3147A895EB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209" y="2"/>
            <a:ext cx="12185583" cy="68531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A38DC2E-4CD2-432E-988B-4D63426DD9A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10866664" y="6267856"/>
            <a:ext cx="1234027" cy="4751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EA0429CE-12F1-493A-8F27-C5EE156C1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5025" y="2264666"/>
            <a:ext cx="6825271" cy="474345"/>
          </a:xfrm>
          <a:prstGeom prst="rect">
            <a:avLst/>
          </a:prstGeom>
        </p:spPr>
        <p:txBody>
          <a:bodyPr/>
          <a:lstStyle>
            <a:lvl1pPr>
              <a:defRPr lang="en-US" sz="5398" b="1" kern="1200" cap="all" spc="-156" baseline="0" dirty="0">
                <a:gradFill>
                  <a:gsLst>
                    <a:gs pos="33000">
                      <a:prstClr val="white">
                        <a:lumMod val="100000"/>
                      </a:prstClr>
                    </a:gs>
                    <a:gs pos="74000">
                      <a:prstClr val="white">
                        <a:lumMod val="65000"/>
                      </a:prstClr>
                    </a:gs>
                  </a:gsLst>
                  <a:lin ang="5400000" scaled="1"/>
                </a:gradFill>
                <a:latin typeface="Klavika Medium" pitchFamily="2" charset="77"/>
                <a:ea typeface="+mn-ea"/>
                <a:cs typeface="Effra Light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781EE23A-E1B9-473B-9D0A-D21537D685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65027" y="2987158"/>
            <a:ext cx="4636580" cy="285750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l" defTabSz="914126" rtl="0" eaLnBrk="1" latinLnBrk="0" hangingPunct="1">
              <a:spcBef>
                <a:spcPct val="0"/>
              </a:spcBef>
              <a:buNone/>
              <a:defRPr lang="en-US" sz="1999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1pPr>
            <a:lvl2pPr marL="367555" indent="0" algn="l" defTabSz="914126" rtl="0" eaLnBrk="1" latinLnBrk="0" hangingPunct="1">
              <a:spcBef>
                <a:spcPct val="0"/>
              </a:spcBef>
              <a:buNone/>
              <a:defRPr lang="en-US" sz="2399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2pPr>
            <a:lvl3pPr marL="745901" indent="0" algn="l" defTabSz="914126" rtl="0" eaLnBrk="1" latinLnBrk="0" hangingPunct="1">
              <a:spcBef>
                <a:spcPct val="0"/>
              </a:spcBef>
              <a:buNone/>
              <a:defRPr lang="en-US" sz="2399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3pPr>
            <a:lvl4pPr marL="1188363" indent="0" algn="l" defTabSz="914126" rtl="0" eaLnBrk="1" latinLnBrk="0" hangingPunct="1">
              <a:spcBef>
                <a:spcPct val="0"/>
              </a:spcBef>
              <a:buNone/>
              <a:defRPr lang="en-US" sz="2399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4pPr>
            <a:lvl5pPr marL="1480884" indent="0" algn="l" defTabSz="914126" rtl="0" eaLnBrk="1" latinLnBrk="0" hangingPunct="1">
              <a:spcBef>
                <a:spcPct val="0"/>
              </a:spcBef>
              <a:buNone/>
              <a:defRPr lang="en-US" sz="2399" strike="noStrike" kern="1200" cap="all" baseline="0" dirty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3957221"/>
      </p:ext>
    </p:extLst>
  </p:cSld>
  <p:clrMapOvr>
    <a:masterClrMapping/>
  </p:clrMapOvr>
  <p:transition>
    <p:fade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2111"/>
            <a:ext cx="11018838" cy="4699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9EBBCA-B090-345C-BED8-110DD80ED3F6}"/>
              </a:ext>
            </a:extLst>
          </p:cNvPr>
          <p:cNvSpPr txBox="1"/>
          <p:nvPr userDrawn="1"/>
        </p:nvSpPr>
        <p:spPr>
          <a:xfrm>
            <a:off x="240809" y="6553364"/>
            <a:ext cx="114454" cy="190581"/>
          </a:xfrm>
          <a:prstGeom prst="rect">
            <a:avLst/>
          </a:prstGeom>
          <a:noFill/>
        </p:spPr>
        <p:txBody>
          <a:bodyPr wrap="none" lIns="0" tIns="41029" rIns="0" bIns="41029" rtlCol="0" anchor="ctr">
            <a:spAutoFit/>
          </a:bodyPr>
          <a:lstStyle/>
          <a:p>
            <a:pPr algn="r">
              <a:defRPr/>
            </a:pPr>
            <a:fld id="{B50A2252-0B00-49D0-9A28-2F5CCECF09D1}" type="slidenum">
              <a:rPr lang="en-US" sz="700" kern="1200" cap="none" spc="10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algn="r">
                <a:defRPr/>
              </a:pPr>
              <a:t>‹#›</a:t>
            </a:fld>
            <a:endParaRPr lang="en-US" sz="700" kern="1200" cap="none" spc="10" baseline="0">
              <a:solidFill>
                <a:schemeClr val="bg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53222B-4AC9-1159-01E2-FE3545903E77}"/>
              </a:ext>
            </a:extLst>
          </p:cNvPr>
          <p:cNvSpPr txBox="1"/>
          <p:nvPr userDrawn="1"/>
        </p:nvSpPr>
        <p:spPr>
          <a:xfrm>
            <a:off x="489006" y="6543252"/>
            <a:ext cx="2074927" cy="198276"/>
          </a:xfrm>
          <a:prstGeom prst="rect">
            <a:avLst/>
          </a:prstGeom>
          <a:noFill/>
        </p:spPr>
        <p:txBody>
          <a:bodyPr wrap="none" lIns="0" tIns="41029" rIns="0" bIns="41029" rtlCol="0" anchor="ctr">
            <a:spAutoFit/>
          </a:bodyPr>
          <a:lstStyle/>
          <a:p>
            <a:pPr marL="0" marR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 spc="10">
                <a:solidFill>
                  <a:schemeClr val="bg1"/>
                </a:solidFill>
                <a:cs typeface="Arial" panose="020B0604020202020204" pitchFamily="34" charset="0"/>
              </a:rPr>
              <a:t>|    EMBEDDED BUSINESS UNIT    |    CONFIDENTIAL</a:t>
            </a:r>
          </a:p>
        </p:txBody>
      </p:sp>
    </p:spTree>
    <p:extLst>
      <p:ext uri="{BB962C8B-B14F-4D97-AF65-F5344CB8AC3E}">
        <p14:creationId xmlns:p14="http://schemas.microsoft.com/office/powerpoint/2010/main" val="243740448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5">
          <p15:clr>
            <a:srgbClr val="5ACBF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0" cy="2308324"/>
          </a:xfrm>
        </p:spPr>
        <p:txBody>
          <a:bodyPr wrap="square">
            <a:sp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1244915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3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2550-DA43-453C-A328-33C740E6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B7A288-CDAC-4184-9F73-137C95F5E64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0" y="1435100"/>
            <a:ext cx="5211763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EC22105-78D6-4753-94FA-3DA949361A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89688" y="1435100"/>
            <a:ext cx="5219700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4845486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2">
          <p15:clr>
            <a:srgbClr val="5ACBF0"/>
          </p15:clr>
        </p15:guide>
        <p15:guide id="3" orient="horz" pos="903">
          <p15:clr>
            <a:srgbClr val="5ACBF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4200" y="1435100"/>
            <a:ext cx="5212080" cy="1846659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lang="en-US" sz="2400" b="0" i="0" kern="1200" spc="0" baseline="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1800" b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450850" indent="0">
              <a:buFont typeface="Wingdings" panose="05000000000000000000" pitchFamily="2" charset="2"/>
              <a:buNone/>
              <a:tabLst/>
              <a:defRPr sz="1400" b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652462" indent="0">
              <a:buFont typeface="Wingdings" panose="05000000000000000000" pitchFamily="2" charset="2"/>
              <a:buNone/>
              <a:defRPr sz="1200" b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854075" indent="0">
              <a:buFont typeface="Wingdings" panose="05000000000000000000" pitchFamily="2" charset="2"/>
              <a:buNone/>
              <a:tabLst/>
              <a:defRPr sz="1200" b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Click to edit Master text styles</a:t>
            </a:r>
          </a:p>
          <a:p>
            <a:pPr marL="0" marR="0" lvl="1" indent="0" algn="l" defTabSz="932742" rtl="0" eaLnBrk="1" fontAlgn="auto" latinLnBrk="0" hangingPunct="1">
              <a:lnSpc>
                <a:spcPct val="10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Second level</a:t>
            </a:r>
          </a:p>
          <a:p>
            <a:pPr marL="0" marR="0" lvl="2" indent="0" algn="l" defTabSz="932742" rtl="0" eaLnBrk="1" fontAlgn="auto" latinLnBrk="0" hangingPunct="1">
              <a:lnSpc>
                <a:spcPct val="10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Third level</a:t>
            </a:r>
          </a:p>
          <a:p>
            <a:pPr marL="0" marR="0" lvl="3" indent="0" algn="l" defTabSz="932742" rtl="0" eaLnBrk="1" fontAlgn="auto" latinLnBrk="0" hangingPunct="1">
              <a:lnSpc>
                <a:spcPct val="10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Fourth level</a:t>
            </a:r>
          </a:p>
          <a:p>
            <a:pPr marL="0" marR="0" lvl="4" indent="0" algn="l" defTabSz="932742" rtl="0" eaLnBrk="1" fontAlgn="auto" latinLnBrk="0" hangingPunct="1">
              <a:lnSpc>
                <a:spcPct val="10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Fifth level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BCE64E79-6923-B943-9677-CA862C9ED4D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94703" y="1435100"/>
            <a:ext cx="5212080" cy="1846659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lang="en-US" sz="2400" b="0" i="0" kern="1200" spc="0" baseline="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1800" b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450850" indent="0">
              <a:buFont typeface="Wingdings" panose="05000000000000000000" pitchFamily="2" charset="2"/>
              <a:buNone/>
              <a:tabLst/>
              <a:defRPr sz="1400" b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652462" indent="0">
              <a:buFont typeface="Wingdings" panose="05000000000000000000" pitchFamily="2" charset="2"/>
              <a:buNone/>
              <a:defRPr sz="1200" b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854075" indent="0">
              <a:buFont typeface="Wingdings" panose="05000000000000000000" pitchFamily="2" charset="2"/>
              <a:buNone/>
              <a:tabLst/>
              <a:defRPr sz="1200" b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Click to edit Master text styles</a:t>
            </a:r>
          </a:p>
          <a:p>
            <a:pPr marL="0" marR="0" lvl="1" indent="0" algn="l" defTabSz="932742" rtl="0" eaLnBrk="1" fontAlgn="auto" latinLnBrk="0" hangingPunct="1">
              <a:lnSpc>
                <a:spcPct val="10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Second level</a:t>
            </a:r>
          </a:p>
          <a:p>
            <a:pPr marL="0" marR="0" lvl="2" indent="0" algn="l" defTabSz="932742" rtl="0" eaLnBrk="1" fontAlgn="auto" latinLnBrk="0" hangingPunct="1">
              <a:lnSpc>
                <a:spcPct val="10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Third level</a:t>
            </a:r>
          </a:p>
          <a:p>
            <a:pPr marL="0" marR="0" lvl="3" indent="0" algn="l" defTabSz="932742" rtl="0" eaLnBrk="1" fontAlgn="auto" latinLnBrk="0" hangingPunct="1">
              <a:lnSpc>
                <a:spcPct val="10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Fourth level</a:t>
            </a:r>
          </a:p>
          <a:p>
            <a:pPr marL="0" marR="0" lvl="4" indent="0" algn="l" defTabSz="932742" rtl="0" eaLnBrk="1" fontAlgn="auto" latinLnBrk="0" hangingPunct="1">
              <a:lnSpc>
                <a:spcPct val="10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Fifth level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B9D8600-6232-EB42-9B16-FE5606C92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91790"/>
            <a:ext cx="11018520" cy="430887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9376133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41818DE-FA04-4A57-3D9C-7774C9864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2964892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mall title - half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91C41AE-0083-2A44-9A00-206CEB625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3182778"/>
            <a:ext cx="11018520" cy="492443"/>
          </a:xfrm>
        </p:spPr>
        <p:txBody>
          <a:bodyPr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9917875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8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1992">
          <p15:clr>
            <a:srgbClr val="5ACBF0"/>
          </p15:clr>
        </p15:guide>
        <p15:guide id="29" orient="horz" pos="2328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D31026A-4A74-439D-A8F5-DB82A03E7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131029"/>
            <a:ext cx="3468956" cy="861774"/>
          </a:xfrm>
        </p:spPr>
        <p:txBody>
          <a:bodyPr anchor="t"/>
          <a:lstStyle>
            <a:lvl1pPr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08DBB0A-21C9-483B-83DA-E59B5C3578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46104" y="2131028"/>
            <a:ext cx="6961188" cy="3980641"/>
          </a:xfrm>
        </p:spPr>
        <p:txBody>
          <a:bodyPr>
            <a:normAutofit/>
          </a:bodyPr>
          <a:lstStyle>
            <a:lvl1pPr marL="0" indent="0">
              <a:spcAft>
                <a:spcPts val="1200"/>
              </a:spcAft>
              <a:buNone/>
              <a:defRPr sz="2000"/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9FD800B-7DF4-487A-ADA4-F44FB0D5A3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588263" y="1842902"/>
            <a:ext cx="3477325" cy="0"/>
          </a:xfrm>
          <a:prstGeom prst="line">
            <a:avLst/>
          </a:prstGeom>
          <a:ln w="63500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17D0DD9-81B9-4F58-9346-51EE2B8F8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648200" y="1842902"/>
            <a:ext cx="6961188" cy="0"/>
          </a:xfrm>
          <a:prstGeom prst="line">
            <a:avLst/>
          </a:prstGeom>
          <a:ln w="63500">
            <a:solidFill>
              <a:schemeClr val="bg1">
                <a:lumMod val="95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76A7F0C-1D47-B1C3-9C69-88320574A030}"/>
              </a:ext>
            </a:extLst>
          </p:cNvPr>
          <p:cNvSpPr txBox="1"/>
          <p:nvPr userDrawn="1"/>
        </p:nvSpPr>
        <p:spPr>
          <a:xfrm>
            <a:off x="240809" y="6553364"/>
            <a:ext cx="114454" cy="190581"/>
          </a:xfrm>
          <a:prstGeom prst="rect">
            <a:avLst/>
          </a:prstGeom>
          <a:noFill/>
        </p:spPr>
        <p:txBody>
          <a:bodyPr wrap="none" lIns="0" tIns="41029" rIns="0" bIns="41029" rtlCol="0" anchor="ctr">
            <a:spAutoFit/>
          </a:bodyPr>
          <a:lstStyle/>
          <a:p>
            <a:pPr algn="r">
              <a:defRPr/>
            </a:pPr>
            <a:fld id="{B50A2252-0B00-49D0-9A28-2F5CCECF09D1}" type="slidenum">
              <a:rPr lang="en-US" sz="700" kern="1200" cap="none" spc="10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algn="r">
                <a:defRPr/>
              </a:pPr>
              <a:t>‹#›</a:t>
            </a:fld>
            <a:endParaRPr lang="en-US" sz="700" kern="1200" cap="none" spc="10" baseline="0">
              <a:solidFill>
                <a:schemeClr val="bg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8D0813-D1CB-D790-3607-3D87381D0F6E}"/>
              </a:ext>
            </a:extLst>
          </p:cNvPr>
          <p:cNvSpPr txBox="1"/>
          <p:nvPr userDrawn="1"/>
        </p:nvSpPr>
        <p:spPr>
          <a:xfrm>
            <a:off x="489006" y="6543252"/>
            <a:ext cx="2074927" cy="198276"/>
          </a:xfrm>
          <a:prstGeom prst="rect">
            <a:avLst/>
          </a:prstGeom>
          <a:noFill/>
        </p:spPr>
        <p:txBody>
          <a:bodyPr wrap="none" lIns="0" tIns="41029" rIns="0" bIns="41029" rtlCol="0" anchor="ctr">
            <a:spAutoFit/>
          </a:bodyPr>
          <a:lstStyle/>
          <a:p>
            <a:pPr marL="0" marR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 spc="10">
                <a:solidFill>
                  <a:schemeClr val="bg1"/>
                </a:solidFill>
                <a:cs typeface="Arial" panose="020B0604020202020204" pitchFamily="34" charset="0"/>
              </a:rPr>
              <a:t>|    EMBEDDED BUSINESS UNIT    |    CONFIDENTIAL</a:t>
            </a:r>
          </a:p>
        </p:txBody>
      </p:sp>
    </p:spTree>
    <p:extLst>
      <p:ext uri="{BB962C8B-B14F-4D97-AF65-F5344CB8AC3E}">
        <p14:creationId xmlns:p14="http://schemas.microsoft.com/office/powerpoint/2010/main" val="159128317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2" pos="2561">
          <p15:clr>
            <a:srgbClr val="5ACBF0"/>
          </p15:clr>
        </p15:guide>
        <p15:guide id="13" pos="2744">
          <p15:clr>
            <a:srgbClr val="5ACBF0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2" orient="horz" pos="1728">
          <p15:clr>
            <a:srgbClr val="FBAE40"/>
          </p15:clr>
        </p15:guide>
        <p15:guide id="33" pos="2928">
          <p15:clr>
            <a:srgbClr val="5ACBF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side by s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451317"/>
            <a:ext cx="3182027" cy="568325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15781-2431-48C9-AEF1-52FBD41AF3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41888" y="451317"/>
            <a:ext cx="6667500" cy="5683249"/>
          </a:xfrm>
        </p:spPr>
        <p:txBody>
          <a:bodyPr anchor="ctr"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356100" y="2443629"/>
            <a:ext cx="0" cy="1701800"/>
          </a:xfrm>
          <a:prstGeom prst="line">
            <a:avLst/>
          </a:prstGeom>
          <a:ln w="6350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934962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2160">
          <p15:clr>
            <a:srgbClr val="FDE53C"/>
          </p15:clr>
        </p15:guide>
        <p15:guide id="30" pos="2376">
          <p15:clr>
            <a:srgbClr val="5ACBF0"/>
          </p15:clr>
        </p15:guide>
        <p15:guide id="31" pos="3113">
          <p15:clr>
            <a:srgbClr val="5ACBF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emo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5802"/>
            <a:ext cx="6037460" cy="443198"/>
          </a:xfrm>
          <a:noFill/>
        </p:spPr>
        <p:txBody>
          <a:bodyPr wrap="square"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1" kern="1200" cap="none" spc="-50" baseline="0" dirty="0">
                <a:ln w="3175"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756301"/>
            <a:ext cx="6037460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spc="0" baseline="0">
                <a:solidFill>
                  <a:schemeClr val="bg1">
                    <a:lumMod val="9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A9F794C-0039-734A-9A67-0890BA2F78B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022977" y="3207401"/>
            <a:ext cx="2479346" cy="590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0331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32">
          <p15:clr>
            <a:srgbClr val="FBAE40"/>
          </p15:clr>
        </p15:guide>
        <p15:guide id="3" orient="horz" pos="1872">
          <p15:clr>
            <a:srgbClr val="5ACBF0"/>
          </p15:clr>
        </p15:guide>
        <p15:guide id="4" orient="horz" pos="2568">
          <p15:clr>
            <a:srgbClr val="5ACBF0"/>
          </p15:clr>
        </p15:guide>
        <p15:guide id="5" pos="3840">
          <p15:clr>
            <a:srgbClr val="5ACBF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455993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D0DF2A6-26A8-4810-95DF-F65F123C66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Software code slide</a:t>
            </a:r>
          </a:p>
        </p:txBody>
      </p:sp>
      <p:sp>
        <p:nvSpPr>
          <p:cNvPr id="5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BA9F61CF-FF79-485A-A6C8-A1952EFD58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263" y="1436688"/>
            <a:ext cx="11018520" cy="4648106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defRPr sz="18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defRPr sz="16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defRPr sz="14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defRPr sz="14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521072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272">
          <p15:clr>
            <a:srgbClr val="5ACBF0"/>
          </p15:clr>
        </p15:guide>
        <p15:guide id="2" orient="horz" pos="905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logo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 descr="This is a copyright notice that should be included on the final slide."/>
          <p:cNvSpPr txBox="1">
            <a:spLocks noChangeArrowheads="1"/>
          </p:cNvSpPr>
          <p:nvPr userDrawn="1"/>
        </p:nvSpPr>
        <p:spPr bwMode="blackWhite">
          <a:xfrm>
            <a:off x="584200" y="6456591"/>
            <a:ext cx="4482124" cy="10772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>
                <a:solidFill>
                  <a:schemeClr val="bg1"/>
                </a:solidFill>
                <a:cs typeface="Segoe UI" pitchFamily="34" charset="0"/>
              </a:rPr>
              <a:t>© Copyright </a:t>
            </a:r>
            <a:r>
              <a:rPr lang="en-US" sz="700" kern="1200">
                <a:solidFill>
                  <a:schemeClr val="bg1"/>
                </a:solidFill>
                <a:latin typeface="+mn-lt"/>
                <a:ea typeface="+mn-ea"/>
                <a:cs typeface="Segoe UI" pitchFamily="34" charset="0"/>
              </a:rPr>
              <a:t>Advanced Micro Devices,</a:t>
            </a:r>
            <a:r>
              <a:rPr lang="en-US" sz="700">
                <a:solidFill>
                  <a:schemeClr val="bg1"/>
                </a:solidFill>
                <a:cs typeface="Segoe UI" pitchFamily="34" charset="0"/>
              </a:rPr>
              <a:t> Inc, All rights reserved.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CF5DA9-7F0B-974A-BDA7-C8F89F527F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4200" y="585787"/>
            <a:ext cx="1227766" cy="292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0350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Ryzen_Three Section w/ Footer">
    <p:bg>
      <p:bgPr>
        <a:gradFill>
          <a:gsLst>
            <a:gs pos="100000">
              <a:schemeClr val="tx1"/>
            </a:gs>
            <a:gs pos="30000">
              <a:schemeClr val="tx1">
                <a:lumMod val="95000"/>
                <a:lumOff val="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16813F-27FE-CF42-A6AF-C6D4FEE4473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1558" y="1889949"/>
            <a:ext cx="3401883" cy="2346325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Insert Picture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6821C60-3005-9348-BEB7-13FADAF269C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82051" y="4952661"/>
            <a:ext cx="3402013" cy="852042"/>
          </a:xfrm>
        </p:spPr>
        <p:txBody>
          <a:bodyPr/>
          <a:lstStyle>
            <a:lvl1pPr marL="0" indent="0" algn="ctr">
              <a:buNone/>
              <a:defRPr sz="1400" b="0" i="0">
                <a:latin typeface="Klavika Light" panose="020B0506040000020004" pitchFamily="34" charset="0"/>
              </a:defRPr>
            </a:lvl1pPr>
          </a:lstStyle>
          <a:p>
            <a:pPr lvl="0"/>
            <a:r>
              <a:rPr lang="en-US"/>
              <a:t>Description goes here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FA69E69-1218-D642-98D0-59D52F65823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2051" y="4524399"/>
            <a:ext cx="3402013" cy="383264"/>
          </a:xfrm>
        </p:spPr>
        <p:txBody>
          <a:bodyPr>
            <a:spAutoFit/>
          </a:bodyPr>
          <a:lstStyle>
            <a:lvl1pPr marL="0" indent="0" algn="ctr">
              <a:buNone/>
              <a:defRPr sz="1800" b="0" i="0">
                <a:solidFill>
                  <a:schemeClr val="accent1"/>
                </a:solidFill>
                <a:latin typeface="Klavika Medium" panose="020B0506040000020004" pitchFamily="34" charset="0"/>
              </a:defRPr>
            </a:lvl1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F85770E2-092C-D846-989D-3D15F800B2E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95059" y="1889949"/>
            <a:ext cx="3401883" cy="2346325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Insert Picture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9A576936-2CD7-9C46-9D4F-7B694777D23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94994" y="4952661"/>
            <a:ext cx="3402013" cy="852042"/>
          </a:xfrm>
        </p:spPr>
        <p:txBody>
          <a:bodyPr/>
          <a:lstStyle>
            <a:lvl1pPr marL="0" indent="0" algn="ctr">
              <a:buNone/>
              <a:defRPr sz="1400" b="0" i="0">
                <a:latin typeface="Klavika Light" panose="020B0506040000020004" pitchFamily="34" charset="0"/>
              </a:defRPr>
            </a:lvl1pPr>
          </a:lstStyle>
          <a:p>
            <a:pPr lvl="0"/>
            <a:r>
              <a:rPr lang="en-US"/>
              <a:t>Description goes here</a:t>
            </a:r>
          </a:p>
        </p:txBody>
      </p:sp>
      <p:sp>
        <p:nvSpPr>
          <p:cNvPr id="23" name="Text Placeholder 12">
            <a:extLst>
              <a:ext uri="{FF2B5EF4-FFF2-40B4-BE49-F238E27FC236}">
                <a16:creationId xmlns:a16="http://schemas.microsoft.com/office/drawing/2014/main" id="{B7969697-7B76-784D-B7C6-7476E13F285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94994" y="4524399"/>
            <a:ext cx="3402013" cy="383264"/>
          </a:xfrm>
        </p:spPr>
        <p:txBody>
          <a:bodyPr>
            <a:spAutoFit/>
          </a:bodyPr>
          <a:lstStyle>
            <a:lvl1pPr marL="0" indent="0" algn="ctr">
              <a:buNone/>
              <a:defRPr sz="1800" b="0" i="0">
                <a:solidFill>
                  <a:schemeClr val="accent1"/>
                </a:solidFill>
                <a:latin typeface="Klavika Medium" panose="020B0506040000020004" pitchFamily="34" charset="0"/>
              </a:defRPr>
            </a:lvl1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91ED116A-3C87-834F-A5B2-BA669E8B71E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107443" y="1889949"/>
            <a:ext cx="3401883" cy="2346325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Insert Picture</a:t>
            </a:r>
          </a:p>
        </p:txBody>
      </p:sp>
      <p:sp>
        <p:nvSpPr>
          <p:cNvPr id="26" name="Text Placeholder 12">
            <a:extLst>
              <a:ext uri="{FF2B5EF4-FFF2-40B4-BE49-F238E27FC236}">
                <a16:creationId xmlns:a16="http://schemas.microsoft.com/office/drawing/2014/main" id="{4E23B821-A2E8-7D42-947C-F038B764107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07936" y="4952661"/>
            <a:ext cx="3402013" cy="852042"/>
          </a:xfrm>
        </p:spPr>
        <p:txBody>
          <a:bodyPr/>
          <a:lstStyle>
            <a:lvl1pPr marL="0" indent="0" algn="ctr">
              <a:buNone/>
              <a:defRPr sz="1400" b="0" i="0">
                <a:latin typeface="Klavika Light" panose="020B0506040000020004" pitchFamily="34" charset="0"/>
              </a:defRPr>
            </a:lvl1pPr>
          </a:lstStyle>
          <a:p>
            <a:pPr lvl="0"/>
            <a:r>
              <a:rPr lang="en-US"/>
              <a:t>Description goes here</a:t>
            </a:r>
          </a:p>
        </p:txBody>
      </p:sp>
      <p:sp>
        <p:nvSpPr>
          <p:cNvPr id="27" name="Text Placeholder 12">
            <a:extLst>
              <a:ext uri="{FF2B5EF4-FFF2-40B4-BE49-F238E27FC236}">
                <a16:creationId xmlns:a16="http://schemas.microsoft.com/office/drawing/2014/main" id="{E0CAB5ED-C3D9-6E43-A042-EBF6C880C73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07936" y="4524399"/>
            <a:ext cx="3402013" cy="383264"/>
          </a:xfrm>
        </p:spPr>
        <p:txBody>
          <a:bodyPr>
            <a:spAutoFit/>
          </a:bodyPr>
          <a:lstStyle>
            <a:lvl1pPr marL="0" indent="0" algn="ctr">
              <a:buNone/>
              <a:defRPr sz="1800" b="0" i="0">
                <a:solidFill>
                  <a:schemeClr val="accent1"/>
                </a:solidFill>
                <a:latin typeface="Klavika Medium" panose="020B0506040000020004" pitchFamily="34" charset="0"/>
              </a:defRPr>
            </a:lvl1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1F7E6253-D79D-E04F-85CA-5230C912E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00101"/>
            <a:ext cx="12192000" cy="784830"/>
          </a:xfrm>
        </p:spPr>
        <p:txBody>
          <a:bodyPr>
            <a:spAutoFit/>
          </a:bodyPr>
          <a:lstStyle>
            <a:lvl1pPr algn="ctr">
              <a:defRPr lang="en-US" sz="4800" b="1" i="0" strike="noStrike" kern="1200" cap="all" spc="-150" baseline="0" dirty="0">
                <a:solidFill>
                  <a:schemeClr val="bg1">
                    <a:lumMod val="95000"/>
                  </a:schemeClr>
                </a:solidFill>
                <a:latin typeface="Klavika Medium" panose="020B05060400000200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717363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5706" y="278133"/>
            <a:ext cx="10426875" cy="474345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313328" y="752474"/>
            <a:ext cx="10426875" cy="285750"/>
          </a:xfrm>
        </p:spPr>
        <p:txBody>
          <a:bodyPr tIns="0" bIns="0">
            <a:noAutofit/>
          </a:bodyPr>
          <a:lstStyle>
            <a:lvl1pPr marL="0" indent="0" algn="l" defTabSz="914126" rtl="0" eaLnBrk="1" latinLnBrk="0" hangingPunct="1">
              <a:spcBef>
                <a:spcPct val="0"/>
              </a:spcBef>
              <a:buNone/>
              <a:defRPr lang="en-US" sz="1799" strike="noStrike" kern="1200" cap="all" baseline="0" dirty="0" smtClean="0">
                <a:solidFill>
                  <a:schemeClr val="bg1"/>
                </a:solidFill>
                <a:latin typeface="Calibri" pitchFamily="34" charset="0"/>
                <a:ea typeface="+mj-ea"/>
                <a:cs typeface="+mj-cs"/>
              </a:defRPr>
            </a:lvl1pPr>
            <a:lvl2pPr marL="367555" indent="0" algn="l" defTabSz="914126" rtl="0" eaLnBrk="1" latinLnBrk="0" hangingPunct="1">
              <a:spcBef>
                <a:spcPct val="0"/>
              </a:spcBef>
              <a:buNone/>
              <a:defRPr lang="en-US" sz="2399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2pPr>
            <a:lvl3pPr marL="745901" indent="0" algn="l" defTabSz="914126" rtl="0" eaLnBrk="1" latinLnBrk="0" hangingPunct="1">
              <a:spcBef>
                <a:spcPct val="0"/>
              </a:spcBef>
              <a:buNone/>
              <a:defRPr lang="en-US" sz="2399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3pPr>
            <a:lvl4pPr marL="1188363" indent="0" algn="l" defTabSz="914126" rtl="0" eaLnBrk="1" latinLnBrk="0" hangingPunct="1">
              <a:spcBef>
                <a:spcPct val="0"/>
              </a:spcBef>
              <a:buNone/>
              <a:defRPr lang="en-US" sz="2399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4pPr>
            <a:lvl5pPr marL="1480884" indent="0" algn="l" defTabSz="914126" rtl="0" eaLnBrk="1" latinLnBrk="0" hangingPunct="1">
              <a:spcBef>
                <a:spcPct val="0"/>
              </a:spcBef>
              <a:buNone/>
              <a:defRPr lang="en-US" sz="2399" strike="noStrike" kern="1200" cap="all" baseline="0" dirty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13934414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5705" y="277813"/>
            <a:ext cx="10426875" cy="4746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3327" y="1381123"/>
            <a:ext cx="5304901" cy="5029200"/>
          </a:xfrm>
        </p:spPr>
        <p:txBody>
          <a:bodyPr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rgbClr val="000000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313327" y="752474"/>
            <a:ext cx="10426875" cy="285750"/>
          </a:xfrm>
        </p:spPr>
        <p:txBody>
          <a:bodyPr tIns="0" bIns="0">
            <a:noAutofit/>
          </a:bodyPr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18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1pPr>
            <a:lvl2pPr marL="36766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2pPr>
            <a:lvl3pPr marL="74612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3pPr>
            <a:lvl4pPr marL="1188720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4pPr>
            <a:lvl5pPr marL="1481328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5"/>
          <p:cNvSpPr>
            <a:spLocks noGrp="1"/>
          </p:cNvSpPr>
          <p:nvPr>
            <p:ph sz="quarter" idx="11"/>
          </p:nvPr>
        </p:nvSpPr>
        <p:spPr>
          <a:xfrm>
            <a:off x="6308781" y="1381123"/>
            <a:ext cx="5304901" cy="5029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494177761"/>
      </p:ext>
    </p:extLst>
  </p:cSld>
  <p:clrMapOvr>
    <a:masterClrMapping/>
  </p:clrMapOvr>
  <p:transition/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855" y="1381123"/>
            <a:ext cx="11453077" cy="4937760"/>
          </a:xfrm>
        </p:spPr>
        <p:txBody>
          <a:bodyPr/>
          <a:lstStyle>
            <a:lvl1pPr>
              <a:buClr>
                <a:schemeClr val="tx1">
                  <a:lumMod val="50000"/>
                  <a:lumOff val="50000"/>
                </a:schemeClr>
              </a:buClr>
              <a:defRPr>
                <a:solidFill>
                  <a:srgbClr val="FFFFFF"/>
                </a:solidFill>
              </a:defRPr>
            </a:lvl1pPr>
            <a:lvl2pPr>
              <a:buClr>
                <a:schemeClr val="tx1">
                  <a:lumMod val="50000"/>
                  <a:lumOff val="50000"/>
                </a:schemeClr>
              </a:buClr>
              <a:defRPr>
                <a:solidFill>
                  <a:srgbClr val="FFFFFF"/>
                </a:solidFill>
              </a:defRPr>
            </a:lvl2pPr>
            <a:lvl3pPr>
              <a:buClr>
                <a:schemeClr val="tx1">
                  <a:lumMod val="50000"/>
                  <a:lumOff val="50000"/>
                </a:schemeClr>
              </a:buClr>
              <a:defRPr>
                <a:solidFill>
                  <a:srgbClr val="FFFFFF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365855" y="752474"/>
            <a:ext cx="10426875" cy="285750"/>
          </a:xfrm>
        </p:spPr>
        <p:txBody>
          <a:bodyPr tIns="0" bIns="0">
            <a:noAutofit/>
          </a:bodyPr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1600" strike="noStrike" kern="1200" cap="all" baseline="0" dirty="0" smtClean="0">
                <a:solidFill>
                  <a:srgbClr val="FFFFFF"/>
                </a:solidFill>
                <a:latin typeface="Calibri" pitchFamily="34" charset="0"/>
                <a:ea typeface="+mj-ea"/>
                <a:cs typeface="+mj-cs"/>
              </a:defRPr>
            </a:lvl1pPr>
            <a:lvl2pPr marL="36766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2pPr>
            <a:lvl3pPr marL="74612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3pPr>
            <a:lvl4pPr marL="1188720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4pPr>
            <a:lvl5pPr marL="1481328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365855" y="245566"/>
            <a:ext cx="9993815" cy="474345"/>
          </a:xfrm>
          <a:prstGeom prst="rect">
            <a:avLst/>
          </a:prstGeom>
        </p:spPr>
        <p:txBody>
          <a:bodyPr vert="horz" lIns="0" tIns="4572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479851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855" y="1381123"/>
            <a:ext cx="11453077" cy="4937760"/>
          </a:xfrm>
        </p:spPr>
        <p:txBody>
          <a:bodyPr/>
          <a:lstStyle>
            <a:lvl1pPr>
              <a:buClr>
                <a:schemeClr val="tx1">
                  <a:lumMod val="50000"/>
                  <a:lumOff val="50000"/>
                </a:schemeClr>
              </a:buClr>
              <a:defRPr>
                <a:solidFill>
                  <a:srgbClr val="FFFFFF"/>
                </a:solidFill>
              </a:defRPr>
            </a:lvl1pPr>
            <a:lvl2pPr>
              <a:buClr>
                <a:schemeClr val="tx1">
                  <a:lumMod val="50000"/>
                  <a:lumOff val="50000"/>
                </a:schemeClr>
              </a:buClr>
              <a:defRPr>
                <a:solidFill>
                  <a:srgbClr val="FFFFFF"/>
                </a:solidFill>
              </a:defRPr>
            </a:lvl2pPr>
            <a:lvl3pPr marL="801688" indent="-168275">
              <a:buClr>
                <a:schemeClr val="tx1">
                  <a:lumMod val="50000"/>
                  <a:lumOff val="50000"/>
                </a:schemeClr>
              </a:buClr>
              <a:tabLst>
                <a:tab pos="801688" algn="l"/>
              </a:tabLst>
              <a:defRPr>
                <a:solidFill>
                  <a:srgbClr val="FFFFFF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365855" y="752474"/>
            <a:ext cx="10426875" cy="285750"/>
          </a:xfrm>
        </p:spPr>
        <p:txBody>
          <a:bodyPr tIns="0" bIns="0">
            <a:noAutofit/>
          </a:bodyPr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1600" strike="noStrike" kern="1200" cap="all" baseline="0" dirty="0" smtClean="0">
                <a:solidFill>
                  <a:srgbClr val="FFFFFF"/>
                </a:solidFill>
                <a:latin typeface="Calibri" pitchFamily="34" charset="0"/>
                <a:ea typeface="+mj-ea"/>
                <a:cs typeface="+mj-cs"/>
              </a:defRPr>
            </a:lvl1pPr>
            <a:lvl2pPr marL="36766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2pPr>
            <a:lvl3pPr marL="74612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3pPr>
            <a:lvl4pPr marL="1188720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4pPr>
            <a:lvl5pPr marL="1481328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365855" y="245566"/>
            <a:ext cx="9993815" cy="474345"/>
          </a:xfrm>
          <a:prstGeom prst="rect">
            <a:avLst/>
          </a:prstGeom>
        </p:spPr>
        <p:txBody>
          <a:bodyPr vert="horz" lIns="0" tIns="4572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292264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Title and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226"/>
          <p:cNvSpPr>
            <a:spLocks noGrp="1" noChangeArrowheads="1"/>
          </p:cNvSpPr>
          <p:nvPr>
            <p:ph type="title"/>
          </p:nvPr>
        </p:nvSpPr>
        <p:spPr bwMode="auto">
          <a:xfrm>
            <a:off x="299524" y="341640"/>
            <a:ext cx="11663021" cy="5232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Title Goes Here</a:t>
            </a:r>
          </a:p>
        </p:txBody>
      </p:sp>
      <p:sp>
        <p:nvSpPr>
          <p:cNvPr id="46" name="Text Placeholder 45"/>
          <p:cNvSpPr>
            <a:spLocks noGrp="1"/>
          </p:cNvSpPr>
          <p:nvPr>
            <p:ph type="body" sz="quarter" idx="10"/>
          </p:nvPr>
        </p:nvSpPr>
        <p:spPr>
          <a:xfrm>
            <a:off x="299523" y="1074194"/>
            <a:ext cx="11663021" cy="12003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09192033"/>
      </p:ext>
    </p:extLst>
  </p:cSld>
  <p:clrMapOvr>
    <a:masterClrMapping/>
  </p:clrMapOvr>
  <p:transition>
    <p:fade/>
  </p:transition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Full Pag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3C9CD-CEB4-6749-878D-F8E61EC7F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2799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DC00CF4-3647-9142-A97E-5B77428DAD2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66701" y="914400"/>
            <a:ext cx="11658600" cy="120032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E889B6-A0D8-F246-951C-FE4F9EBCD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932D5-48D2-3F48-87E1-D925B934379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F6EC45B5-0207-4F77-A575-505644FE9E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95423" y="6492877"/>
            <a:ext cx="4830592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000" b="0" i="0">
                <a:solidFill>
                  <a:schemeClr val="bg2"/>
                </a:solidFill>
                <a:latin typeface="Klavika Regular" panose="020B0506040000020004" pitchFamily="34" charset="0"/>
              </a:defRPr>
            </a:lvl1pPr>
          </a:lstStyle>
          <a:p>
            <a:r>
              <a:rPr lang="en-US"/>
              <a:t>AMD Confidential - Provided under NDA</a:t>
            </a:r>
          </a:p>
        </p:txBody>
      </p:sp>
    </p:spTree>
    <p:extLst>
      <p:ext uri="{BB962C8B-B14F-4D97-AF65-F5344CB8AC3E}">
        <p14:creationId xmlns:p14="http://schemas.microsoft.com/office/powerpoint/2010/main" val="2114691488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5705" y="299860"/>
            <a:ext cx="10426875" cy="43088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313327" y="752474"/>
            <a:ext cx="10426875" cy="285750"/>
          </a:xfrm>
        </p:spPr>
        <p:txBody>
          <a:bodyPr tIns="0" bIns="0">
            <a:noAutofit/>
          </a:bodyPr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18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1pPr>
            <a:lvl2pPr marL="36766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2pPr>
            <a:lvl3pPr marL="74612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3pPr>
            <a:lvl4pPr marL="1188720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4pPr>
            <a:lvl5pPr marL="1481328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434568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W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263" y="561173"/>
            <a:ext cx="11018520" cy="492122"/>
          </a:xfrm>
        </p:spPr>
        <p:txBody>
          <a:bodyPr/>
          <a:lstStyle>
            <a:lvl1pPr>
              <a:defRPr sz="3198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8C207BA-20EF-4C80-B904-A724D1C415A5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365850" y="1128048"/>
            <a:ext cx="11460481" cy="1292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15733048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365855" y="245568"/>
            <a:ext cx="9993815" cy="474345"/>
          </a:xfrm>
          <a:prstGeom prst="rect">
            <a:avLst/>
          </a:prstGeom>
        </p:spPr>
        <p:txBody>
          <a:bodyPr vert="horz" lIns="0" tIns="4572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594775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5706" y="299862"/>
            <a:ext cx="10426875" cy="43088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3326" y="1381123"/>
            <a:ext cx="11341514" cy="1052596"/>
          </a:xfrm>
        </p:spPr>
        <p:txBody>
          <a:bodyPr/>
          <a:lstStyle>
            <a:lvl1pPr marL="288838" indent="-288838">
              <a:buClr>
                <a:schemeClr val="tx1"/>
              </a:buClr>
              <a:buSzPct val="80000"/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 marL="804622" indent="-168225"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 marL="1082350" indent="-182508">
              <a:defRPr sz="14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313328" y="752474"/>
            <a:ext cx="10426875" cy="285750"/>
          </a:xfrm>
        </p:spPr>
        <p:txBody>
          <a:bodyPr tIns="0" bIns="0">
            <a:noAutofit/>
          </a:bodyPr>
          <a:lstStyle>
            <a:lvl1pPr marL="0" indent="0" algn="l" defTabSz="914126" rtl="0" eaLnBrk="1" latinLnBrk="0" hangingPunct="1">
              <a:spcBef>
                <a:spcPct val="0"/>
              </a:spcBef>
              <a:buNone/>
              <a:defRPr lang="en-US" sz="1799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1pPr>
            <a:lvl2pPr marL="367555" indent="0" algn="l" defTabSz="914126" rtl="0" eaLnBrk="1" latinLnBrk="0" hangingPunct="1">
              <a:spcBef>
                <a:spcPct val="0"/>
              </a:spcBef>
              <a:buNone/>
              <a:defRPr lang="en-US" sz="2399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2pPr>
            <a:lvl3pPr marL="745901" indent="0" algn="l" defTabSz="914126" rtl="0" eaLnBrk="1" latinLnBrk="0" hangingPunct="1">
              <a:spcBef>
                <a:spcPct val="0"/>
              </a:spcBef>
              <a:buNone/>
              <a:defRPr lang="en-US" sz="2399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3pPr>
            <a:lvl4pPr marL="1188363" indent="0" algn="l" defTabSz="914126" rtl="0" eaLnBrk="1" latinLnBrk="0" hangingPunct="1">
              <a:spcBef>
                <a:spcPct val="0"/>
              </a:spcBef>
              <a:buNone/>
              <a:defRPr lang="en-US" sz="2399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4pPr>
            <a:lvl5pPr marL="1480884" indent="0" algn="l" defTabSz="914126" rtl="0" eaLnBrk="1" latinLnBrk="0" hangingPunct="1">
              <a:spcBef>
                <a:spcPct val="0"/>
              </a:spcBef>
              <a:buNone/>
              <a:defRPr lang="en-US" sz="2399" strike="noStrike" kern="1200" cap="all" baseline="0" dirty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586889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BL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54774033"/>
      </p:ext>
    </p:extLst>
  </p:cSld>
  <p:clrMapOvr>
    <a:masterClrMapping/>
  </p:clrMapOvr>
  <p:transition/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5705" y="299860"/>
            <a:ext cx="10426875" cy="43088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313327" y="752474"/>
            <a:ext cx="10426875" cy="285750"/>
          </a:xfrm>
        </p:spPr>
        <p:txBody>
          <a:bodyPr tIns="0" bIns="0">
            <a:noAutofit/>
          </a:bodyPr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18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1pPr>
            <a:lvl2pPr marL="36766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2pPr>
            <a:lvl3pPr marL="74612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3pPr>
            <a:lvl4pPr marL="1188720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4pPr>
            <a:lvl5pPr marL="1481328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790286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5705" y="299860"/>
            <a:ext cx="10426875" cy="43088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3326" y="1381123"/>
            <a:ext cx="11341514" cy="794064"/>
          </a:xfrm>
        </p:spPr>
        <p:txBody>
          <a:bodyPr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313327" y="752474"/>
            <a:ext cx="10426875" cy="285750"/>
          </a:xfrm>
        </p:spPr>
        <p:txBody>
          <a:bodyPr tIns="0" bIns="0">
            <a:noAutofit/>
          </a:bodyPr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18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1pPr>
            <a:lvl2pPr marL="36766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2pPr>
            <a:lvl3pPr marL="74612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3pPr>
            <a:lvl4pPr marL="1188720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4pPr>
            <a:lvl5pPr marL="1481328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11758474" y="518058"/>
            <a:ext cx="361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4625" indent="-174625">
              <a:spcAft>
                <a:spcPts val="600"/>
              </a:spcAft>
              <a:buClr>
                <a:schemeClr val="bg2"/>
              </a:buClr>
              <a:buFont typeface="Wingdings 3" pitchFamily="18" charset="2"/>
              <a:buChar char="}"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8581921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Titl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718045E0-1A64-A540-B8D3-000380413B8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68341" y="6467047"/>
            <a:ext cx="607178" cy="145694"/>
          </a:xfrm>
          <a:prstGeom prst="rect">
            <a:avLst/>
          </a:prstGeom>
        </p:spPr>
      </p:pic>
      <p:sp>
        <p:nvSpPr>
          <p:cNvPr id="17" name="Slide Number Placeholder 7">
            <a:extLst>
              <a:ext uri="{FF2B5EF4-FFF2-40B4-BE49-F238E27FC236}">
                <a16:creationId xmlns:a16="http://schemas.microsoft.com/office/drawing/2014/main" id="{005F6F9C-9A4A-6F4C-A861-4B55980CDF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5204" y="6442742"/>
            <a:ext cx="345990" cy="2048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 b="0" i="0">
                <a:solidFill>
                  <a:schemeClr val="accent6">
                    <a:lumMod val="25000"/>
                    <a:lumOff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959A88F6-A667-2F47-A1AA-6AA2965AA51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4ABDD1EE-CA25-634F-9231-8978809CCB9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1699" y="2266790"/>
            <a:ext cx="4951195" cy="27544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itle 3">
            <a:extLst>
              <a:ext uri="{FF2B5EF4-FFF2-40B4-BE49-F238E27FC236}">
                <a16:creationId xmlns:a16="http://schemas.microsoft.com/office/drawing/2014/main" id="{13D894A3-4BCF-624B-8E78-214D7A6EC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699" y="402878"/>
            <a:ext cx="4951195" cy="1704891"/>
          </a:xfrm>
        </p:spPr>
        <p:txBody>
          <a:bodyPr anchor="b">
            <a:noAutofit/>
          </a:bodyPr>
          <a:lstStyle>
            <a:lvl1pPr>
              <a:defRPr sz="4000" b="1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76A58DE1-1CAA-FE44-848A-E1AC6397B83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849454" y="0"/>
            <a:ext cx="2272196" cy="502126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4048AA25-DE0B-4048-AE7C-71B85BD42D3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849454" y="5287120"/>
            <a:ext cx="2272196" cy="157088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id="{7B012A6A-C8E7-3D4B-AB1D-257C0630CA4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404797" y="0"/>
            <a:ext cx="2272196" cy="210776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2" name="Picture Placeholder 2">
            <a:extLst>
              <a:ext uri="{FF2B5EF4-FFF2-40B4-BE49-F238E27FC236}">
                <a16:creationId xmlns:a16="http://schemas.microsoft.com/office/drawing/2014/main" id="{0313B290-C967-234D-8D75-0378F61B657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04797" y="2402237"/>
            <a:ext cx="2272196" cy="4455762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1FF18FD-696F-B743-B474-36B3734E8FD9}"/>
              </a:ext>
            </a:extLst>
          </p:cNvPr>
          <p:cNvCxnSpPr/>
          <p:nvPr userDrawn="1"/>
        </p:nvCxnSpPr>
        <p:spPr>
          <a:xfrm>
            <a:off x="0" y="5171354"/>
            <a:ext cx="8263223" cy="0"/>
          </a:xfrm>
          <a:prstGeom prst="line">
            <a:avLst/>
          </a:prstGeom>
          <a:noFill/>
          <a:ln w="50800" cap="flat" cmpd="sng" algn="ctr">
            <a:gradFill flip="none" rotWithShape="1">
              <a:gsLst>
                <a:gs pos="100000">
                  <a:srgbClr val="ED1C24"/>
                </a:gs>
                <a:gs pos="0">
                  <a:srgbClr val="231E1F"/>
                </a:gs>
              </a:gsLst>
              <a:lin ang="0" scaled="1"/>
              <a:tileRect/>
            </a:gradFill>
            <a:prstDash val="solid"/>
            <a:miter lim="800000"/>
            <a:headEnd type="none"/>
            <a:tailEnd type="none" w="lg" len="lg"/>
          </a:ln>
          <a:effectLst/>
        </p:spPr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F82CEEF-4BE9-5F40-B17B-8742997664A0}"/>
              </a:ext>
            </a:extLst>
          </p:cNvPr>
          <p:cNvCxnSpPr/>
          <p:nvPr userDrawn="1"/>
        </p:nvCxnSpPr>
        <p:spPr>
          <a:xfrm>
            <a:off x="8263223" y="2266790"/>
            <a:ext cx="3928777" cy="0"/>
          </a:xfrm>
          <a:prstGeom prst="line">
            <a:avLst/>
          </a:prstGeom>
          <a:noFill/>
          <a:ln w="50800" cap="flat" cmpd="sng" algn="ctr">
            <a:gradFill flip="none" rotWithShape="1">
              <a:gsLst>
                <a:gs pos="100000">
                  <a:srgbClr val="ED1C24"/>
                </a:gs>
                <a:gs pos="0">
                  <a:srgbClr val="231E1F"/>
                </a:gs>
              </a:gsLst>
              <a:lin ang="10800000" scaled="1"/>
              <a:tileRect/>
            </a:gradFill>
            <a:prstDash val="solid"/>
            <a:miter lim="800000"/>
            <a:headEnd type="none"/>
            <a:tailEnd type="none" w="lg" len="lg"/>
          </a:ln>
          <a:effectLst/>
        </p:spPr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BE1EFC2-0EEC-854A-B5BA-D7954F4FCBF5}"/>
              </a:ext>
            </a:extLst>
          </p:cNvPr>
          <p:cNvCxnSpPr/>
          <p:nvPr userDrawn="1"/>
        </p:nvCxnSpPr>
        <p:spPr>
          <a:xfrm>
            <a:off x="8263223" y="0"/>
            <a:ext cx="0" cy="6857999"/>
          </a:xfrm>
          <a:prstGeom prst="line">
            <a:avLst/>
          </a:prstGeom>
          <a:noFill/>
          <a:ln w="50800" cap="flat" cmpd="sng" algn="ctr">
            <a:solidFill>
              <a:srgbClr val="ED1C24"/>
            </a:solidFill>
            <a:prstDash val="solid"/>
            <a:miter lim="800000"/>
            <a:headEnd type="none"/>
            <a:tailEnd type="none" w="lg" len="lg"/>
          </a:ln>
          <a:effectLst/>
        </p:spPr>
      </p:cxnSp>
      <p:pic>
        <p:nvPicPr>
          <p:cNvPr id="13" name="Picture 12" descr="A picture containing clipart&#10;&#10;Description automatically generated">
            <a:extLst>
              <a:ext uri="{FF2B5EF4-FFF2-40B4-BE49-F238E27FC236}">
                <a16:creationId xmlns:a16="http://schemas.microsoft.com/office/drawing/2014/main" id="{FB954FF1-A126-4ECD-9D39-123B00DE8B5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0990" y="6428564"/>
            <a:ext cx="607179" cy="233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458916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18AD4BE-C1AB-6647-A8E6-140CFE563F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68341" y="6467047"/>
            <a:ext cx="607178" cy="145694"/>
          </a:xfrm>
          <a:prstGeom prst="rect">
            <a:avLst/>
          </a:prstGeom>
        </p:spPr>
      </p:pic>
      <p:sp>
        <p:nvSpPr>
          <p:cNvPr id="5" name="Slide Number Placeholder 7">
            <a:extLst>
              <a:ext uri="{FF2B5EF4-FFF2-40B4-BE49-F238E27FC236}">
                <a16:creationId xmlns:a16="http://schemas.microsoft.com/office/drawing/2014/main" id="{C5D3B6AF-E29D-E64E-891A-E3B0994DC2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5204" y="6442742"/>
            <a:ext cx="345990" cy="2048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 b="0" i="0">
                <a:solidFill>
                  <a:schemeClr val="accent6">
                    <a:lumMod val="25000"/>
                    <a:lumOff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959A88F6-A667-2F47-A1AA-6AA2965AA51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ABAE03F-FE2B-0B49-AF55-C2EDDDC9C30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1237" y="1695268"/>
            <a:ext cx="11409528" cy="4500816"/>
          </a:xfrm>
        </p:spPr>
        <p:txBody>
          <a:bodyPr>
            <a:normAutofit/>
          </a:bodyPr>
          <a:lstStyle>
            <a:lvl1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 panose="020B0604020202020204" pitchFamily="34" charset="0"/>
              <a:buChar char="•"/>
              <a:tabLst/>
              <a:defRPr sz="1800"/>
            </a:lvl1pPr>
            <a:lvl2pPr marL="800100" indent="-342900">
              <a:buFont typeface="Arial" panose="020B0604020202020204" pitchFamily="34" charset="0"/>
              <a:buChar char="•"/>
              <a:defRPr/>
            </a:lvl2pPr>
            <a:lvl3pPr marL="1257300" indent="-34290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0"/>
            <a:r>
              <a:rPr lang="en-US"/>
              <a:t>Edit Master text styles</a:t>
            </a:r>
          </a:p>
          <a:p>
            <a:pPr lvl="0"/>
            <a:r>
              <a:rPr lang="en-US"/>
              <a:t>Edit Master text styles</a:t>
            </a:r>
          </a:p>
          <a:p>
            <a:pPr lvl="0"/>
            <a:r>
              <a:rPr lang="en-US"/>
              <a:t>Edit Master text styles</a:t>
            </a:r>
          </a:p>
          <a:p>
            <a:pPr lvl="0"/>
            <a:r>
              <a:rPr lang="en-US"/>
              <a:t>Edit Master text styles</a:t>
            </a:r>
          </a:p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6321A177-7B3A-FA4E-8A7C-EB0596F92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236" y="447260"/>
            <a:ext cx="11409528" cy="104117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 b="1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08D8F9F-270E-CB4B-9634-2B9422309880}"/>
              </a:ext>
            </a:extLst>
          </p:cNvPr>
          <p:cNvCxnSpPr>
            <a:cxnSpLocks/>
          </p:cNvCxnSpPr>
          <p:nvPr userDrawn="1"/>
        </p:nvCxnSpPr>
        <p:spPr>
          <a:xfrm>
            <a:off x="0" y="160151"/>
            <a:ext cx="12192000" cy="0"/>
          </a:xfrm>
          <a:prstGeom prst="line">
            <a:avLst/>
          </a:prstGeom>
          <a:ln w="25400">
            <a:gradFill flip="none" rotWithShape="1">
              <a:gsLst>
                <a:gs pos="0">
                  <a:schemeClr val="tx1">
                    <a:alpha val="0"/>
                  </a:schemeClr>
                </a:gs>
                <a:gs pos="55000">
                  <a:schemeClr val="accent3"/>
                </a:gs>
                <a:gs pos="45000">
                  <a:schemeClr val="accent3"/>
                </a:gs>
                <a:gs pos="99000">
                  <a:schemeClr val="tx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86BEABF-E298-754C-9BE1-28675D28FDD2}"/>
              </a:ext>
            </a:extLst>
          </p:cNvPr>
          <p:cNvCxnSpPr>
            <a:cxnSpLocks/>
          </p:cNvCxnSpPr>
          <p:nvPr userDrawn="1"/>
        </p:nvCxnSpPr>
        <p:spPr>
          <a:xfrm>
            <a:off x="0" y="6693686"/>
            <a:ext cx="12192000" cy="0"/>
          </a:xfrm>
          <a:prstGeom prst="line">
            <a:avLst/>
          </a:prstGeom>
          <a:ln w="25400">
            <a:gradFill flip="none" rotWithShape="1">
              <a:gsLst>
                <a:gs pos="0">
                  <a:schemeClr val="tx1">
                    <a:alpha val="0"/>
                  </a:schemeClr>
                </a:gs>
                <a:gs pos="55000">
                  <a:schemeClr val="accent3"/>
                </a:gs>
                <a:gs pos="45000">
                  <a:schemeClr val="accent3"/>
                </a:gs>
                <a:gs pos="99000">
                  <a:schemeClr val="tx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A picture containing clipart&#10;&#10;Description automatically generated">
            <a:extLst>
              <a:ext uri="{FF2B5EF4-FFF2-40B4-BE49-F238E27FC236}">
                <a16:creationId xmlns:a16="http://schemas.microsoft.com/office/drawing/2014/main" id="{65ADB416-9B7C-46DB-ABBD-4E0113EF845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0990" y="6428564"/>
            <a:ext cx="607179" cy="233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609371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5705" y="299860"/>
            <a:ext cx="10426875" cy="43088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3326" y="1381123"/>
            <a:ext cx="11341514" cy="1052596"/>
          </a:xfrm>
        </p:spPr>
        <p:txBody>
          <a:bodyPr/>
          <a:lstStyle>
            <a:lvl1pPr marL="288925" indent="-288925">
              <a:buClr>
                <a:schemeClr val="tx1"/>
              </a:buClr>
              <a:buSzPct val="80000"/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 marL="804863" indent="-168275"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 marL="1082675" indent="-182563">
              <a:defRPr sz="14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313327" y="752474"/>
            <a:ext cx="10426875" cy="285750"/>
          </a:xfrm>
        </p:spPr>
        <p:txBody>
          <a:bodyPr tIns="0" bIns="0">
            <a:noAutofit/>
          </a:bodyPr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18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1pPr>
            <a:lvl2pPr marL="36766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2pPr>
            <a:lvl3pPr marL="74612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3pPr>
            <a:lvl4pPr marL="1188720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4pPr>
            <a:lvl5pPr marL="1481328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442817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2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36.xml"/><Relationship Id="rId18" Type="http://schemas.openxmlformats.org/officeDocument/2006/relationships/slideLayout" Target="../slideLayouts/slideLayout41.xml"/><Relationship Id="rId26" Type="http://schemas.openxmlformats.org/officeDocument/2006/relationships/slideLayout" Target="../slideLayouts/slideLayout49.xml"/><Relationship Id="rId3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44.xml"/><Relationship Id="rId34" Type="http://schemas.microsoft.com/office/2007/relationships/hdphoto" Target="../media/hdphoto2.wdp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17" Type="http://schemas.openxmlformats.org/officeDocument/2006/relationships/slideLayout" Target="../slideLayouts/slideLayout40.xml"/><Relationship Id="rId25" Type="http://schemas.openxmlformats.org/officeDocument/2006/relationships/slideLayout" Target="../slideLayouts/slideLayout48.xml"/><Relationship Id="rId33" Type="http://schemas.openxmlformats.org/officeDocument/2006/relationships/image" Target="../media/image6.png"/><Relationship Id="rId2" Type="http://schemas.openxmlformats.org/officeDocument/2006/relationships/slideLayout" Target="../slideLayouts/slideLayout25.xml"/><Relationship Id="rId16" Type="http://schemas.openxmlformats.org/officeDocument/2006/relationships/slideLayout" Target="../slideLayouts/slideLayout39.xml"/><Relationship Id="rId20" Type="http://schemas.openxmlformats.org/officeDocument/2006/relationships/slideLayout" Target="../slideLayouts/slideLayout43.xml"/><Relationship Id="rId29" Type="http://schemas.openxmlformats.org/officeDocument/2006/relationships/slideLayout" Target="../slideLayouts/slideLayout52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24" Type="http://schemas.openxmlformats.org/officeDocument/2006/relationships/slideLayout" Target="../slideLayouts/slideLayout47.xml"/><Relationship Id="rId32" Type="http://schemas.openxmlformats.org/officeDocument/2006/relationships/theme" Target="../theme/theme3.xml"/><Relationship Id="rId5" Type="http://schemas.openxmlformats.org/officeDocument/2006/relationships/slideLayout" Target="../slideLayouts/slideLayout28.xml"/><Relationship Id="rId15" Type="http://schemas.openxmlformats.org/officeDocument/2006/relationships/slideLayout" Target="../slideLayouts/slideLayout38.xml"/><Relationship Id="rId23" Type="http://schemas.openxmlformats.org/officeDocument/2006/relationships/slideLayout" Target="../slideLayouts/slideLayout46.xml"/><Relationship Id="rId28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33.xml"/><Relationship Id="rId19" Type="http://schemas.openxmlformats.org/officeDocument/2006/relationships/slideLayout" Target="../slideLayouts/slideLayout42.xml"/><Relationship Id="rId31" Type="http://schemas.openxmlformats.org/officeDocument/2006/relationships/slideLayout" Target="../slideLayouts/slideLayout54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slideLayout" Target="../slideLayouts/slideLayout37.xml"/><Relationship Id="rId22" Type="http://schemas.openxmlformats.org/officeDocument/2006/relationships/slideLayout" Target="../slideLayouts/slideLayout45.xml"/><Relationship Id="rId27" Type="http://schemas.openxmlformats.org/officeDocument/2006/relationships/slideLayout" Target="../slideLayouts/slideLayout50.xml"/><Relationship Id="rId30" Type="http://schemas.openxmlformats.org/officeDocument/2006/relationships/slideLayout" Target="../slideLayouts/slideLayout53.xml"/><Relationship Id="rId8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slideLayout" Target="../slideLayouts/slideLayout57.xml"/><Relationship Id="rId7" Type="http://schemas.openxmlformats.org/officeDocument/2006/relationships/theme" Target="../theme/theme4.xml"/><Relationship Id="rId2" Type="http://schemas.openxmlformats.org/officeDocument/2006/relationships/slideLayout" Target="../slideLayouts/slideLayout56.xml"/><Relationship Id="rId1" Type="http://schemas.openxmlformats.org/officeDocument/2006/relationships/slideLayout" Target="../slideLayouts/slideLayout55.xml"/><Relationship Id="rId6" Type="http://schemas.openxmlformats.org/officeDocument/2006/relationships/slideLayout" Target="../slideLayouts/slideLayout60.xml"/><Relationship Id="rId5" Type="http://schemas.openxmlformats.org/officeDocument/2006/relationships/slideLayout" Target="../slideLayouts/slideLayout59.xml"/><Relationship Id="rId4" Type="http://schemas.openxmlformats.org/officeDocument/2006/relationships/slideLayout" Target="../slideLayouts/slideLayout58.xml"/></Relationships>
</file>

<file path=ppt/slideMasters/_rels/slideMaster5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73.xml"/><Relationship Id="rId18" Type="http://schemas.openxmlformats.org/officeDocument/2006/relationships/slideLayout" Target="../slideLayouts/slideLayout78.xml"/><Relationship Id="rId26" Type="http://schemas.openxmlformats.org/officeDocument/2006/relationships/slideLayout" Target="../slideLayouts/slideLayout86.xml"/><Relationship Id="rId3" Type="http://schemas.openxmlformats.org/officeDocument/2006/relationships/slideLayout" Target="../slideLayouts/slideLayout63.xml"/><Relationship Id="rId21" Type="http://schemas.openxmlformats.org/officeDocument/2006/relationships/slideLayout" Target="../slideLayouts/slideLayout81.xml"/><Relationship Id="rId7" Type="http://schemas.openxmlformats.org/officeDocument/2006/relationships/slideLayout" Target="../slideLayouts/slideLayout67.xml"/><Relationship Id="rId12" Type="http://schemas.openxmlformats.org/officeDocument/2006/relationships/slideLayout" Target="../slideLayouts/slideLayout72.xml"/><Relationship Id="rId17" Type="http://schemas.openxmlformats.org/officeDocument/2006/relationships/slideLayout" Target="../slideLayouts/slideLayout77.xml"/><Relationship Id="rId25" Type="http://schemas.openxmlformats.org/officeDocument/2006/relationships/slideLayout" Target="../slideLayouts/slideLayout85.xml"/><Relationship Id="rId33" Type="http://schemas.microsoft.com/office/2007/relationships/hdphoto" Target="../media/hdphoto2.wdp"/><Relationship Id="rId2" Type="http://schemas.openxmlformats.org/officeDocument/2006/relationships/slideLayout" Target="../slideLayouts/slideLayout62.xml"/><Relationship Id="rId16" Type="http://schemas.openxmlformats.org/officeDocument/2006/relationships/slideLayout" Target="../slideLayouts/slideLayout76.xml"/><Relationship Id="rId20" Type="http://schemas.openxmlformats.org/officeDocument/2006/relationships/slideLayout" Target="../slideLayouts/slideLayout80.xml"/><Relationship Id="rId29" Type="http://schemas.openxmlformats.org/officeDocument/2006/relationships/slideLayout" Target="../slideLayouts/slideLayout89.xml"/><Relationship Id="rId1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6.xml"/><Relationship Id="rId11" Type="http://schemas.openxmlformats.org/officeDocument/2006/relationships/slideLayout" Target="../slideLayouts/slideLayout71.xml"/><Relationship Id="rId24" Type="http://schemas.openxmlformats.org/officeDocument/2006/relationships/slideLayout" Target="../slideLayouts/slideLayout84.xml"/><Relationship Id="rId32" Type="http://schemas.openxmlformats.org/officeDocument/2006/relationships/image" Target="../media/image6.png"/><Relationship Id="rId5" Type="http://schemas.openxmlformats.org/officeDocument/2006/relationships/slideLayout" Target="../slideLayouts/slideLayout65.xml"/><Relationship Id="rId15" Type="http://schemas.openxmlformats.org/officeDocument/2006/relationships/slideLayout" Target="../slideLayouts/slideLayout75.xml"/><Relationship Id="rId23" Type="http://schemas.openxmlformats.org/officeDocument/2006/relationships/slideLayout" Target="../slideLayouts/slideLayout83.xml"/><Relationship Id="rId28" Type="http://schemas.openxmlformats.org/officeDocument/2006/relationships/slideLayout" Target="../slideLayouts/slideLayout88.xml"/><Relationship Id="rId10" Type="http://schemas.openxmlformats.org/officeDocument/2006/relationships/slideLayout" Target="../slideLayouts/slideLayout70.xml"/><Relationship Id="rId19" Type="http://schemas.openxmlformats.org/officeDocument/2006/relationships/slideLayout" Target="../slideLayouts/slideLayout79.xml"/><Relationship Id="rId31" Type="http://schemas.openxmlformats.org/officeDocument/2006/relationships/theme" Target="../theme/theme5.xml"/><Relationship Id="rId4" Type="http://schemas.openxmlformats.org/officeDocument/2006/relationships/slideLayout" Target="../slideLayouts/slideLayout64.xml"/><Relationship Id="rId9" Type="http://schemas.openxmlformats.org/officeDocument/2006/relationships/slideLayout" Target="../slideLayouts/slideLayout69.xml"/><Relationship Id="rId14" Type="http://schemas.openxmlformats.org/officeDocument/2006/relationships/slideLayout" Target="../slideLayouts/slideLayout74.xml"/><Relationship Id="rId22" Type="http://schemas.openxmlformats.org/officeDocument/2006/relationships/slideLayout" Target="../slideLayouts/slideLayout82.xml"/><Relationship Id="rId27" Type="http://schemas.openxmlformats.org/officeDocument/2006/relationships/slideLayout" Target="../slideLayouts/slideLayout87.xml"/><Relationship Id="rId30" Type="http://schemas.openxmlformats.org/officeDocument/2006/relationships/slideLayout" Target="../slideLayouts/slideLayout90.xml"/><Relationship Id="rId8" Type="http://schemas.openxmlformats.org/officeDocument/2006/relationships/slideLayout" Target="../slideLayouts/slideLayout6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5705" y="278131"/>
            <a:ext cx="10426875" cy="474345"/>
          </a:xfrm>
          <a:prstGeom prst="rect">
            <a:avLst/>
          </a:prstGeom>
        </p:spPr>
        <p:txBody>
          <a:bodyPr vert="horz" lIns="0" tIns="4572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3326" y="1381125"/>
            <a:ext cx="11341514" cy="493776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2137" y="6545996"/>
            <a:ext cx="182791" cy="267525"/>
          </a:xfrm>
          <a:prstGeom prst="rect">
            <a:avLst/>
          </a:prstGeom>
          <a:noFill/>
        </p:spPr>
        <p:txBody>
          <a:bodyPr wrap="none" lIns="0" tIns="41029" rIns="0" bIns="41029" rtlCol="0" anchor="ctr">
            <a:spAutoFit/>
          </a:bodyPr>
          <a:lstStyle/>
          <a:p>
            <a:pPr algn="r"/>
            <a:fld id="{B50A2252-0B00-49D0-9A28-2F5CCECF09D1}" type="slidenum">
              <a:rPr lang="en-US" sz="1200" cap="all" smtClean="0">
                <a:solidFill>
                  <a:prstClr val="white"/>
                </a:solidFill>
                <a:cs typeface="Arial" pitchFamily="34" charset="0"/>
              </a:rPr>
              <a:pPr algn="r"/>
              <a:t>‹#›</a:t>
            </a:fld>
            <a:endParaRPr lang="en-US" sz="1200" cap="all">
              <a:solidFill>
                <a:prstClr val="white"/>
              </a:solidFill>
              <a:cs typeface="Arial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99139" y="325876"/>
            <a:ext cx="1202311" cy="46970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43143" y="6553689"/>
            <a:ext cx="1203856" cy="252136"/>
          </a:xfrm>
          <a:prstGeom prst="rect">
            <a:avLst/>
          </a:prstGeom>
          <a:noFill/>
        </p:spPr>
        <p:txBody>
          <a:bodyPr wrap="none" lIns="0" tIns="41029" rIns="0" bIns="41029" rtlCol="0" anchor="ctr">
            <a:spAutoFit/>
          </a:bodyPr>
          <a:lstStyle/>
          <a:p>
            <a:r>
              <a:rPr lang="en-US" sz="1100" cap="all">
                <a:solidFill>
                  <a:prstClr val="white"/>
                </a:solidFill>
                <a:cs typeface="Arial" pitchFamily="34" charset="0"/>
              </a:rPr>
              <a:t>AMD Confidential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DA5FB1-C4BE-5BD6-2686-14EC4D501BF5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233838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CE7E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[AMD Confidential - Distribution Under NDA]</a:t>
            </a:r>
          </a:p>
        </p:txBody>
      </p:sp>
    </p:spTree>
    <p:extLst>
      <p:ext uri="{BB962C8B-B14F-4D97-AF65-F5344CB8AC3E}">
        <p14:creationId xmlns:p14="http://schemas.microsoft.com/office/powerpoint/2010/main" val="21807134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18" r:id="rId1"/>
    <p:sldLayoutId id="2147483819" r:id="rId2"/>
    <p:sldLayoutId id="2147483820" r:id="rId3"/>
    <p:sldLayoutId id="2147483821" r:id="rId4"/>
    <p:sldLayoutId id="2147483822" r:id="rId5"/>
    <p:sldLayoutId id="2147483824" r:id="rId6"/>
    <p:sldLayoutId id="2147483825" r:id="rId7"/>
    <p:sldLayoutId id="2147483826" r:id="rId8"/>
    <p:sldLayoutId id="2147483828" r:id="rId9"/>
    <p:sldLayoutId id="2147483830" r:id="rId10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xStyles>
    <p:titleStyle>
      <a:lvl1pPr algn="l" defTabSz="914400" rtl="0" eaLnBrk="1" latinLnBrk="0" hangingPunct="1">
        <a:spcBef>
          <a:spcPct val="0"/>
        </a:spcBef>
        <a:buNone/>
        <a:defRPr sz="2600" strike="noStrike" kern="1200" cap="all" baseline="0">
          <a:solidFill>
            <a:schemeClr val="tx1"/>
          </a:solidFill>
          <a:latin typeface="Calibri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ts val="800"/>
        </a:spcBef>
        <a:spcAft>
          <a:spcPts val="0"/>
        </a:spcAft>
        <a:buClr>
          <a:schemeClr val="tx1"/>
        </a:buClr>
        <a:buFont typeface="Wingdings 3" pitchFamily="18" charset="2"/>
        <a:buChar char=""/>
        <a:defRPr sz="2000" kern="1200">
          <a:solidFill>
            <a:schemeClr val="tx1"/>
          </a:solidFill>
          <a:latin typeface="Calibri" pitchFamily="34" charset="0"/>
          <a:ea typeface="+mn-ea"/>
          <a:cs typeface="+mn-cs"/>
        </a:defRPr>
      </a:lvl1pPr>
      <a:lvl2pPr marL="548640" indent="-180975" algn="l" defTabSz="914400" rtl="0" eaLnBrk="1" latinLnBrk="0" hangingPunct="1">
        <a:spcBef>
          <a:spcPts val="300"/>
        </a:spcBef>
        <a:spcAft>
          <a:spcPts val="0"/>
        </a:spcAft>
        <a:buClr>
          <a:schemeClr val="tx1"/>
        </a:buClr>
        <a:buFont typeface="Calibri" pitchFamily="34" charset="0"/>
        <a:buChar char="‒"/>
        <a:defRPr sz="1800" kern="1200">
          <a:solidFill>
            <a:schemeClr val="tx1"/>
          </a:solidFill>
          <a:latin typeface="Calibri" pitchFamily="34" charset="0"/>
          <a:ea typeface="+mn-ea"/>
          <a:cs typeface="+mn-cs"/>
        </a:defRPr>
      </a:lvl2pPr>
      <a:lvl3pPr marL="914400" indent="-168275" algn="l" defTabSz="914400" rtl="0" eaLnBrk="1" latinLnBrk="0" hangingPunct="1">
        <a:spcBef>
          <a:spcPts val="300"/>
        </a:spcBef>
        <a:spcAft>
          <a:spcPts val="0"/>
        </a:spcAft>
        <a:buClr>
          <a:schemeClr val="tx1"/>
        </a:buClr>
        <a:buFont typeface="Calibri" pitchFamily="34" charset="0"/>
        <a:buChar char="‒"/>
        <a:defRPr sz="1600" kern="1200">
          <a:solidFill>
            <a:schemeClr val="tx1"/>
          </a:solidFill>
          <a:latin typeface="Calibri" pitchFamily="34" charset="0"/>
          <a:ea typeface="+mn-ea"/>
          <a:cs typeface="+mn-cs"/>
        </a:defRPr>
      </a:lvl3pPr>
      <a:lvl4pPr marL="1371600" indent="-182880" algn="l" defTabSz="914400" rtl="0" eaLnBrk="1" latinLnBrk="0" hangingPunct="1">
        <a:spcBef>
          <a:spcPts val="300"/>
        </a:spcBef>
        <a:buClr>
          <a:schemeClr val="tx1"/>
        </a:buClr>
        <a:buFont typeface="Calibri" pitchFamily="34" charset="0"/>
        <a:buChar char="‒"/>
        <a:defRPr sz="1200" kern="1200">
          <a:solidFill>
            <a:schemeClr val="tx1"/>
          </a:solidFill>
          <a:latin typeface="Calibri" pitchFamily="34" charset="0"/>
          <a:ea typeface="+mn-ea"/>
          <a:cs typeface="+mn-cs"/>
        </a:defRPr>
      </a:lvl4pPr>
      <a:lvl5pPr marL="1645920" indent="-164592" algn="l" defTabSz="914400" rtl="0" eaLnBrk="1" latinLnBrk="0" hangingPunct="1">
        <a:spcBef>
          <a:spcPts val="300"/>
        </a:spcBef>
        <a:buClr>
          <a:schemeClr val="tx1"/>
        </a:buClr>
        <a:buFont typeface="Calibri" pitchFamily="34" charset="0"/>
        <a:buChar char="‒"/>
        <a:defRPr sz="1200" kern="1200">
          <a:solidFill>
            <a:schemeClr val="tx1"/>
          </a:solidFill>
          <a:latin typeface="Calibri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5705" y="278131"/>
            <a:ext cx="10426875" cy="474345"/>
          </a:xfrm>
          <a:prstGeom prst="rect">
            <a:avLst/>
          </a:prstGeom>
        </p:spPr>
        <p:txBody>
          <a:bodyPr vert="horz" lIns="0" tIns="4572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3326" y="1381125"/>
            <a:ext cx="11341514" cy="493776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2137" y="6545996"/>
            <a:ext cx="182791" cy="267525"/>
          </a:xfrm>
          <a:prstGeom prst="rect">
            <a:avLst/>
          </a:prstGeom>
          <a:noFill/>
        </p:spPr>
        <p:txBody>
          <a:bodyPr wrap="none" lIns="0" tIns="41029" rIns="0" bIns="41029" rtlCol="0" anchor="ctr">
            <a:spAutoFit/>
          </a:bodyPr>
          <a:lstStyle/>
          <a:p>
            <a:pPr algn="r"/>
            <a:fld id="{B50A2252-0B00-49D0-9A28-2F5CCECF09D1}" type="slidenum">
              <a:rPr lang="en-US" sz="1200" cap="all" smtClean="0">
                <a:solidFill>
                  <a:prstClr val="white"/>
                </a:solidFill>
                <a:cs typeface="Arial" pitchFamily="34" charset="0"/>
              </a:rPr>
              <a:pPr algn="r"/>
              <a:t>‹#›</a:t>
            </a:fld>
            <a:endParaRPr lang="en-US" sz="1200" cap="all">
              <a:solidFill>
                <a:prstClr val="white"/>
              </a:solidFill>
              <a:cs typeface="Arial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99139" y="325876"/>
            <a:ext cx="1202311" cy="469703"/>
          </a:xfrm>
          <a:prstGeom prst="rect">
            <a:avLst/>
          </a:prstGeom>
        </p:spPr>
      </p:pic>
      <p:sp>
        <p:nvSpPr>
          <p:cNvPr id="9" name="TextBox 8"/>
          <p:cNvSpPr txBox="1"/>
          <p:nvPr userDrawn="1"/>
        </p:nvSpPr>
        <p:spPr>
          <a:xfrm>
            <a:off x="443143" y="6553689"/>
            <a:ext cx="1333698" cy="252136"/>
          </a:xfrm>
          <a:prstGeom prst="rect">
            <a:avLst/>
          </a:prstGeom>
          <a:noFill/>
        </p:spPr>
        <p:txBody>
          <a:bodyPr wrap="none" lIns="0" tIns="41029" rIns="0" bIns="41029" rtlCol="0" anchor="ctr">
            <a:spAutoFit/>
          </a:bodyPr>
          <a:lstStyle/>
          <a:p>
            <a:r>
              <a:rPr lang="en-US" sz="1100" cap="all">
                <a:solidFill>
                  <a:prstClr val="white"/>
                </a:solidFill>
                <a:cs typeface="Arial" pitchFamily="34" charset="0"/>
              </a:rPr>
              <a:t>|  AMD Confidential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30B646-9F7C-1A67-416C-B9AB74BDAEE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233838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CE7E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[AMD Confidential - Distribution Under NDA]</a:t>
            </a:r>
          </a:p>
        </p:txBody>
      </p:sp>
    </p:spTree>
    <p:extLst>
      <p:ext uri="{BB962C8B-B14F-4D97-AF65-F5344CB8AC3E}">
        <p14:creationId xmlns:p14="http://schemas.microsoft.com/office/powerpoint/2010/main" val="35159352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37" r:id="rId1"/>
    <p:sldLayoutId id="2147483838" r:id="rId2"/>
    <p:sldLayoutId id="2147483839" r:id="rId3"/>
    <p:sldLayoutId id="2147483840" r:id="rId4"/>
    <p:sldLayoutId id="2147483842" r:id="rId5"/>
    <p:sldLayoutId id="2147483843" r:id="rId6"/>
    <p:sldLayoutId id="2147483845" r:id="rId7"/>
    <p:sldLayoutId id="2147483847" r:id="rId8"/>
    <p:sldLayoutId id="2147483849" r:id="rId9"/>
    <p:sldLayoutId id="2147483962" r:id="rId10"/>
    <p:sldLayoutId id="2147483966" r:id="rId11"/>
    <p:sldLayoutId id="2147483967" r:id="rId12"/>
    <p:sldLayoutId id="2147483969" r:id="rId13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xStyles>
    <p:titleStyle>
      <a:lvl1pPr algn="l" defTabSz="914400" rtl="0" eaLnBrk="1" latinLnBrk="0" hangingPunct="1">
        <a:spcBef>
          <a:spcPct val="0"/>
        </a:spcBef>
        <a:buNone/>
        <a:defRPr sz="2600" strike="noStrike" kern="1200" cap="all" baseline="0">
          <a:solidFill>
            <a:schemeClr val="tx1"/>
          </a:solidFill>
          <a:latin typeface="Calibri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ts val="800"/>
        </a:spcBef>
        <a:spcAft>
          <a:spcPts val="0"/>
        </a:spcAft>
        <a:buClr>
          <a:schemeClr val="tx1"/>
        </a:buClr>
        <a:buFont typeface="Wingdings 3" pitchFamily="18" charset="2"/>
        <a:buChar char=""/>
        <a:defRPr sz="2000" kern="1200">
          <a:solidFill>
            <a:schemeClr val="tx1"/>
          </a:solidFill>
          <a:latin typeface="Calibri" pitchFamily="34" charset="0"/>
          <a:ea typeface="+mn-ea"/>
          <a:cs typeface="+mn-cs"/>
        </a:defRPr>
      </a:lvl1pPr>
      <a:lvl2pPr marL="548640" indent="-180975" algn="l" defTabSz="914400" rtl="0" eaLnBrk="1" latinLnBrk="0" hangingPunct="1">
        <a:spcBef>
          <a:spcPts val="300"/>
        </a:spcBef>
        <a:spcAft>
          <a:spcPts val="0"/>
        </a:spcAft>
        <a:buClr>
          <a:schemeClr val="tx1"/>
        </a:buClr>
        <a:buFont typeface="Calibri" pitchFamily="34" charset="0"/>
        <a:buChar char="‒"/>
        <a:defRPr sz="1800" kern="1200">
          <a:solidFill>
            <a:schemeClr val="tx1"/>
          </a:solidFill>
          <a:latin typeface="Calibri" pitchFamily="34" charset="0"/>
          <a:ea typeface="+mn-ea"/>
          <a:cs typeface="+mn-cs"/>
        </a:defRPr>
      </a:lvl2pPr>
      <a:lvl3pPr marL="914400" indent="-168275" algn="l" defTabSz="914400" rtl="0" eaLnBrk="1" latinLnBrk="0" hangingPunct="1">
        <a:spcBef>
          <a:spcPts val="300"/>
        </a:spcBef>
        <a:spcAft>
          <a:spcPts val="0"/>
        </a:spcAft>
        <a:buClr>
          <a:schemeClr val="tx1"/>
        </a:buClr>
        <a:buFont typeface="Calibri" pitchFamily="34" charset="0"/>
        <a:buChar char="‒"/>
        <a:defRPr sz="1600" kern="1200">
          <a:solidFill>
            <a:schemeClr val="tx1"/>
          </a:solidFill>
          <a:latin typeface="Calibri" pitchFamily="34" charset="0"/>
          <a:ea typeface="+mn-ea"/>
          <a:cs typeface="+mn-cs"/>
        </a:defRPr>
      </a:lvl3pPr>
      <a:lvl4pPr marL="1371600" indent="-182880" algn="l" defTabSz="914400" rtl="0" eaLnBrk="1" latinLnBrk="0" hangingPunct="1">
        <a:spcBef>
          <a:spcPts val="300"/>
        </a:spcBef>
        <a:buClr>
          <a:schemeClr val="tx1"/>
        </a:buClr>
        <a:buFont typeface="Calibri" pitchFamily="34" charset="0"/>
        <a:buChar char="‒"/>
        <a:defRPr sz="1200" kern="1200">
          <a:solidFill>
            <a:schemeClr val="tx1"/>
          </a:solidFill>
          <a:latin typeface="Calibri" pitchFamily="34" charset="0"/>
          <a:ea typeface="+mn-ea"/>
          <a:cs typeface="+mn-cs"/>
        </a:defRPr>
      </a:lvl4pPr>
      <a:lvl5pPr marL="1645920" indent="-164592" algn="l" defTabSz="914400" rtl="0" eaLnBrk="1" latinLnBrk="0" hangingPunct="1">
        <a:spcBef>
          <a:spcPts val="300"/>
        </a:spcBef>
        <a:buClr>
          <a:schemeClr val="tx1"/>
        </a:buClr>
        <a:buFont typeface="Calibri" pitchFamily="34" charset="0"/>
        <a:buChar char="‒"/>
        <a:defRPr sz="1200" kern="1200">
          <a:solidFill>
            <a:schemeClr val="tx1"/>
          </a:solidFill>
          <a:latin typeface="Calibri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588263" y="591790"/>
            <a:ext cx="11018520" cy="43088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 userDrawn="1">
            <p:ph type="body" idx="1"/>
          </p:nvPr>
        </p:nvSpPr>
        <p:spPr>
          <a:xfrm>
            <a:off x="584200" y="1435503"/>
            <a:ext cx="11018520" cy="12003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 userDrawn="1"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 userDrawn="1"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 userDrawn="1"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 userDrawn="1"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 userDrawn="1"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 userDrawn="1"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 userDrawn="1"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 userDrawn="1"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 userDrawn="1"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 userDrawn="1"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2548C20C-E4BC-8642-84C1-11BE8A0136B5}"/>
              </a:ext>
            </a:extLst>
          </p:cNvPr>
          <p:cNvPicPr>
            <a:picLocks noChangeAspect="1"/>
          </p:cNvPicPr>
          <p:nvPr userDrawn="1"/>
        </p:nvPicPr>
        <p:blipFill>
          <a:blip r:embed="rId33">
            <a:extLst>
              <a:ext uri="{BEBA8EAE-BF5A-486C-A8C5-ECC9F3942E4B}">
                <a14:imgProps xmlns:a14="http://schemas.microsoft.com/office/drawing/2010/main">
                  <a14:imgLayer r:embed="rId3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410466" y="6561727"/>
            <a:ext cx="645078" cy="153740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96B11974-843F-5942-BA9E-97ADE41C9A58}"/>
              </a:ext>
            </a:extLst>
          </p:cNvPr>
          <p:cNvSpPr txBox="1"/>
          <p:nvPr userDrawn="1"/>
        </p:nvSpPr>
        <p:spPr>
          <a:xfrm>
            <a:off x="240809" y="6553364"/>
            <a:ext cx="114454" cy="190581"/>
          </a:xfrm>
          <a:prstGeom prst="rect">
            <a:avLst/>
          </a:prstGeom>
          <a:noFill/>
        </p:spPr>
        <p:txBody>
          <a:bodyPr wrap="none" lIns="0" tIns="41029" rIns="0" bIns="41029" rtlCol="0" anchor="ctr">
            <a:spAutoFit/>
          </a:bodyPr>
          <a:lstStyle/>
          <a:p>
            <a:pPr algn="r">
              <a:defRPr/>
            </a:pPr>
            <a:fld id="{B50A2252-0B00-49D0-9A28-2F5CCECF09D1}" type="slidenum">
              <a:rPr lang="en-US" sz="700" kern="1200" cap="none" spc="10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algn="r">
                <a:defRPr/>
              </a:pPr>
              <a:t>‹#›</a:t>
            </a:fld>
            <a:endParaRPr lang="en-US" sz="700" kern="1200" cap="none" spc="10" baseline="0">
              <a:solidFill>
                <a:schemeClr val="bg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C37A066-5679-7640-9C08-54559BF7A6BC}"/>
              </a:ext>
            </a:extLst>
          </p:cNvPr>
          <p:cNvSpPr txBox="1"/>
          <p:nvPr userDrawn="1"/>
        </p:nvSpPr>
        <p:spPr>
          <a:xfrm>
            <a:off x="489006" y="6520169"/>
            <a:ext cx="6033703" cy="244442"/>
          </a:xfrm>
          <a:prstGeom prst="rect">
            <a:avLst/>
          </a:prstGeom>
          <a:noFill/>
        </p:spPr>
        <p:txBody>
          <a:bodyPr wrap="none" lIns="0" tIns="41029" rIns="0" bIns="41029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050" b="0" i="0" u="none" strike="noStrike" kern="1200" cap="all" spc="0" normalizeH="0" baseline="0" noProof="0" err="1">
                <a:ln>
                  <a:noFill/>
                </a:ln>
                <a:solidFill>
                  <a:srgbClr val="FFFFFF">
                    <a:lumMod val="85000"/>
                  </a:srgbClr>
                </a:solidFill>
                <a:effectLst/>
                <a:uLnTx/>
                <a:uFillTx/>
                <a:latin typeface="Klavika" panose="020B0506040000020004" pitchFamily="34" charset="0"/>
                <a:ea typeface="+mn-ea"/>
                <a:cs typeface="+mn-cs"/>
              </a:rPr>
              <a:t>OneInfotainment</a:t>
            </a:r>
            <a:r>
              <a:rPr kumimoji="0" lang="en-CA" sz="1050" b="0" i="0" u="none" strike="noStrike" kern="1200" cap="all" spc="0" normalizeH="0" baseline="0" noProof="0">
                <a:ln>
                  <a:noFill/>
                </a:ln>
                <a:solidFill>
                  <a:srgbClr val="FFFFFF">
                    <a:lumMod val="85000"/>
                  </a:srgbClr>
                </a:solidFill>
                <a:effectLst/>
                <a:uLnTx/>
                <a:uFillTx/>
                <a:latin typeface="Klavika" panose="020B0506040000020004" pitchFamily="34" charset="0"/>
                <a:ea typeface="+mn-ea"/>
                <a:cs typeface="+mn-cs"/>
              </a:rPr>
              <a:t> |   April 16, 2020  |  AMD Confidential – Provided under NDA to Volkswagen AG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2C4B73F-47DB-2322-E0AF-1EE95A5856D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233838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CE7E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[AMD Confidential - Distribution Under NDA]</a:t>
            </a:r>
          </a:p>
        </p:txBody>
      </p:sp>
    </p:spTree>
    <p:extLst>
      <p:ext uri="{BB962C8B-B14F-4D97-AF65-F5344CB8AC3E}">
        <p14:creationId xmlns:p14="http://schemas.microsoft.com/office/powerpoint/2010/main" val="3423821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1" r:id="rId1"/>
    <p:sldLayoutId id="2147483922" r:id="rId2"/>
    <p:sldLayoutId id="2147483923" r:id="rId3"/>
    <p:sldLayoutId id="2147483924" r:id="rId4"/>
    <p:sldLayoutId id="2147483925" r:id="rId5"/>
    <p:sldLayoutId id="2147483926" r:id="rId6"/>
    <p:sldLayoutId id="2147483927" r:id="rId7"/>
    <p:sldLayoutId id="2147483928" r:id="rId8"/>
    <p:sldLayoutId id="2147483929" r:id="rId9"/>
    <p:sldLayoutId id="2147483930" r:id="rId10"/>
    <p:sldLayoutId id="2147483931" r:id="rId11"/>
    <p:sldLayoutId id="2147483932" r:id="rId12"/>
    <p:sldLayoutId id="2147483933" r:id="rId13"/>
    <p:sldLayoutId id="2147483935" r:id="rId14"/>
    <p:sldLayoutId id="2147483936" r:id="rId15"/>
    <p:sldLayoutId id="2147483937" r:id="rId16"/>
    <p:sldLayoutId id="2147483938" r:id="rId17"/>
    <p:sldLayoutId id="2147483939" r:id="rId18"/>
    <p:sldLayoutId id="2147483940" r:id="rId19"/>
    <p:sldLayoutId id="2147483944" r:id="rId20"/>
    <p:sldLayoutId id="2147483945" r:id="rId21"/>
    <p:sldLayoutId id="2147483946" r:id="rId22"/>
    <p:sldLayoutId id="2147483947" r:id="rId23"/>
    <p:sldLayoutId id="2147483948" r:id="rId24"/>
    <p:sldLayoutId id="2147483949" r:id="rId25"/>
    <p:sldLayoutId id="2147483953" r:id="rId26"/>
    <p:sldLayoutId id="2147483956" r:id="rId27"/>
    <p:sldLayoutId id="2147483957" r:id="rId28"/>
    <p:sldLayoutId id="2147483959" r:id="rId29"/>
    <p:sldLayoutId id="2147483960" r:id="rId30"/>
    <p:sldLayoutId id="2147483961" r:id="rId31"/>
  </p:sldLayoutIdLst>
  <p:transition>
    <p:fade/>
  </p:transition>
  <p:hf hd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2800" b="1" kern="1200" cap="none" spc="0" baseline="0" dirty="0" smtClean="0">
          <a:ln w="3175">
            <a:noFill/>
          </a:ln>
          <a:solidFill>
            <a:schemeClr val="bg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>
          <a:schemeClr val="accent1"/>
        </a:buClr>
        <a:buSzPct val="60000"/>
        <a:buFont typeface=".PingFang SC Regular"/>
        <a:buChar char="◢"/>
        <a:tabLst/>
        <a:defRPr sz="1800" kern="1200" spc="0" baseline="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>
          <a:schemeClr val="accent1"/>
        </a:buClr>
        <a:buSzPct val="60000"/>
        <a:buFont typeface=".PingFang SC Regular"/>
        <a:buChar char="◢"/>
        <a:tabLst/>
        <a:defRPr sz="1600" kern="1200" spc="0" baseline="0">
          <a:solidFill>
            <a:schemeClr val="bg1"/>
          </a:solidFill>
          <a:latin typeface="+mn-lt"/>
          <a:ea typeface="+mn-ea"/>
          <a:cs typeface="+mn-cs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>
          <a:schemeClr val="accent1"/>
        </a:buClr>
        <a:buSzPct val="60000"/>
        <a:buFont typeface=".PingFang SC Regular"/>
        <a:buChar char="◢"/>
        <a:tabLst/>
        <a:defRPr sz="1200" kern="1200" spc="0" baseline="0">
          <a:solidFill>
            <a:schemeClr val="bg1"/>
          </a:soli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>
          <a:schemeClr val="accent1"/>
        </a:buClr>
        <a:buSzPct val="60000"/>
        <a:buFont typeface=".PingFang SC Regular"/>
        <a:buChar char="◢"/>
        <a:tabLst/>
        <a:defRPr sz="1100" kern="1200" spc="0" baseline="0">
          <a:solidFill>
            <a:schemeClr val="bg1"/>
          </a:soli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>
          <a:schemeClr val="accent1"/>
        </a:buClr>
        <a:buSzPct val="60000"/>
        <a:buFont typeface=".PingFang SC Regular"/>
        <a:buChar char="◢"/>
        <a:tabLst/>
        <a:defRPr sz="1100" kern="1200" spc="0" baseline="0">
          <a:solidFill>
            <a:schemeClr val="bg1"/>
          </a:soli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8">
          <p15:clr>
            <a:srgbClr val="C35EA4"/>
          </p15:clr>
        </p15:guide>
        <p15:guide id="17" pos="7313">
          <p15:clr>
            <a:srgbClr val="C35EA4"/>
          </p15:clr>
        </p15:guide>
        <p15:guide id="25" orient="horz" pos="369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7" orient="horz" pos="184">
          <p15:clr>
            <a:srgbClr val="A4A3A4"/>
          </p15:clr>
        </p15:guide>
        <p15:guide id="28" pos="185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95">
          <p15:clr>
            <a:srgbClr val="A4A3A4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588263" y="591790"/>
            <a:ext cx="11018520" cy="43088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 userDrawn="1">
            <p:ph type="body" idx="1"/>
          </p:nvPr>
        </p:nvSpPr>
        <p:spPr>
          <a:xfrm>
            <a:off x="584200" y="1435503"/>
            <a:ext cx="11018520" cy="12003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 userDrawn="1"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 userDrawn="1"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 userDrawn="1"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 userDrawn="1"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 userDrawn="1"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 userDrawn="1"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 userDrawn="1"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 userDrawn="1"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 userDrawn="1"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 userDrawn="1"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2548C20C-E4BC-8642-84C1-11BE8A0136B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11412239" y="6561727"/>
            <a:ext cx="641532" cy="153740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96B11974-843F-5942-BA9E-97ADE41C9A58}"/>
              </a:ext>
            </a:extLst>
          </p:cNvPr>
          <p:cNvSpPr txBox="1"/>
          <p:nvPr userDrawn="1"/>
        </p:nvSpPr>
        <p:spPr>
          <a:xfrm>
            <a:off x="240809" y="6553364"/>
            <a:ext cx="114454" cy="190581"/>
          </a:xfrm>
          <a:prstGeom prst="rect">
            <a:avLst/>
          </a:prstGeom>
          <a:noFill/>
        </p:spPr>
        <p:txBody>
          <a:bodyPr wrap="none" lIns="0" tIns="41029" rIns="0" bIns="41029" rtlCol="0" anchor="ctr">
            <a:spAutoFit/>
          </a:bodyPr>
          <a:lstStyle/>
          <a:p>
            <a:pPr algn="r">
              <a:defRPr/>
            </a:pPr>
            <a:fld id="{B50A2252-0B00-49D0-9A28-2F5CCECF09D1}" type="slidenum">
              <a:rPr lang="en-US" sz="700" kern="1200" cap="none" spc="10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algn="r">
                <a:defRPr/>
              </a:pPr>
              <a:t>‹#›</a:t>
            </a:fld>
            <a:endParaRPr lang="en-US" sz="700" kern="1200" cap="none" spc="10" baseline="0">
              <a:solidFill>
                <a:schemeClr val="bg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C37A066-5679-7640-9C08-54559BF7A6BC}"/>
              </a:ext>
            </a:extLst>
          </p:cNvPr>
          <p:cNvSpPr txBox="1"/>
          <p:nvPr userDrawn="1"/>
        </p:nvSpPr>
        <p:spPr>
          <a:xfrm>
            <a:off x="489006" y="6543252"/>
            <a:ext cx="764312" cy="198276"/>
          </a:xfrm>
          <a:prstGeom prst="rect">
            <a:avLst/>
          </a:prstGeom>
          <a:noFill/>
        </p:spPr>
        <p:txBody>
          <a:bodyPr wrap="none" lIns="0" tIns="41029" rIns="0" bIns="41029" rtlCol="0" anchor="ctr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 spc="10">
                <a:solidFill>
                  <a:schemeClr val="bg1"/>
                </a:solidFill>
                <a:cs typeface="Arial" panose="020B0604020202020204" pitchFamily="34" charset="0"/>
              </a:rPr>
              <a:t>AMD Confidential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988B8F-3670-15F6-A898-37F5E07F4D64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233838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CE7E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[AMD Confidential - Distribution Under NDA]</a:t>
            </a:r>
          </a:p>
        </p:txBody>
      </p:sp>
    </p:spTree>
    <p:extLst>
      <p:ext uri="{BB962C8B-B14F-4D97-AF65-F5344CB8AC3E}">
        <p14:creationId xmlns:p14="http://schemas.microsoft.com/office/powerpoint/2010/main" val="1829456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1" r:id="rId1"/>
    <p:sldLayoutId id="2147483972" r:id="rId2"/>
    <p:sldLayoutId id="2147483973" r:id="rId3"/>
    <p:sldLayoutId id="2147483974" r:id="rId4"/>
    <p:sldLayoutId id="2147483975" r:id="rId5"/>
    <p:sldLayoutId id="2147483976" r:id="rId6"/>
  </p:sldLayoutIdLst>
  <p:transition>
    <p:fade/>
  </p:transition>
  <p:hf hdr="0" ft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2800" b="1" kern="1200" cap="none" spc="0" baseline="0" dirty="0" smtClean="0">
          <a:ln w="3175">
            <a:noFill/>
          </a:ln>
          <a:solidFill>
            <a:schemeClr val="bg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>
          <a:schemeClr val="accent1"/>
        </a:buClr>
        <a:buSzPct val="80000"/>
        <a:buFont typeface="Arial" panose="020B0604020202020204" pitchFamily="34" charset="0"/>
        <a:buChar char="•"/>
        <a:tabLst/>
        <a:defRPr sz="1800" kern="1200" spc="0" baseline="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>
          <a:schemeClr val="accent4"/>
        </a:buClr>
        <a:buSzPct val="80000"/>
        <a:buFont typeface="Arial" panose="020B0604020202020204" pitchFamily="34" charset="0"/>
        <a:buChar char="•"/>
        <a:tabLst/>
        <a:defRPr sz="1600" kern="1200" spc="0" baseline="0">
          <a:solidFill>
            <a:schemeClr val="bg1"/>
          </a:solidFill>
          <a:latin typeface="+mn-lt"/>
          <a:ea typeface="+mn-ea"/>
          <a:cs typeface="+mn-cs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>
          <a:schemeClr val="accent3"/>
        </a:buClr>
        <a:buSzPct val="80000"/>
        <a:buFont typeface="Arial" panose="020B0604020202020204" pitchFamily="34" charset="0"/>
        <a:buChar char="•"/>
        <a:tabLst/>
        <a:defRPr sz="1200" kern="1200" spc="0" baseline="0">
          <a:solidFill>
            <a:schemeClr val="bg1"/>
          </a:soli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>
          <a:schemeClr val="accent3"/>
        </a:buClr>
        <a:buSzPct val="80000"/>
        <a:buFont typeface="Arial" panose="020B0604020202020204" pitchFamily="34" charset="0"/>
        <a:buChar char="•"/>
        <a:tabLst/>
        <a:defRPr sz="1100" kern="1200" spc="0" baseline="0">
          <a:solidFill>
            <a:schemeClr val="bg1"/>
          </a:soli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>
          <a:schemeClr val="accent3"/>
        </a:buClr>
        <a:buSzPct val="80000"/>
        <a:buFont typeface="Arial" panose="020B0604020202020204" pitchFamily="34" charset="0"/>
        <a:buChar char="•"/>
        <a:tabLst/>
        <a:defRPr sz="1100" kern="1200" spc="0" baseline="0">
          <a:solidFill>
            <a:schemeClr val="bg1"/>
          </a:soli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8">
          <p15:clr>
            <a:srgbClr val="C35EA4"/>
          </p15:clr>
        </p15:guide>
        <p15:guide id="17" pos="7313">
          <p15:clr>
            <a:srgbClr val="C35EA4"/>
          </p15:clr>
        </p15:guide>
        <p15:guide id="25" orient="horz" pos="369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7" orient="horz" pos="184">
          <p15:clr>
            <a:srgbClr val="A4A3A4"/>
          </p15:clr>
        </p15:guide>
        <p15:guide id="28" pos="185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95">
          <p15:clr>
            <a:srgbClr val="A4A3A4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588263" y="591790"/>
            <a:ext cx="11018520" cy="43088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 userDrawn="1">
            <p:ph type="body" idx="1"/>
          </p:nvPr>
        </p:nvSpPr>
        <p:spPr>
          <a:xfrm>
            <a:off x="584200" y="1435503"/>
            <a:ext cx="11018520" cy="12003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 userDrawn="1"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 userDrawn="1"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 userDrawn="1"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 userDrawn="1"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 userDrawn="1"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 userDrawn="1"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 userDrawn="1"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 userDrawn="1"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 userDrawn="1"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 userDrawn="1"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2548C20C-E4BC-8642-84C1-11BE8A0136B5}"/>
              </a:ext>
            </a:extLst>
          </p:cNvPr>
          <p:cNvPicPr>
            <a:picLocks noChangeAspect="1"/>
          </p:cNvPicPr>
          <p:nvPr userDrawn="1"/>
        </p:nvPicPr>
        <p:blipFill>
          <a:blip r:embed="rId32">
            <a:extLst>
              <a:ext uri="{BEBA8EAE-BF5A-486C-A8C5-ECC9F3942E4B}">
                <a14:imgProps xmlns:a14="http://schemas.microsoft.com/office/drawing/2010/main">
                  <a14:imgLayer r:embed="rId3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410466" y="6561727"/>
            <a:ext cx="645078" cy="153740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96B11974-843F-5942-BA9E-97ADE41C9A58}"/>
              </a:ext>
            </a:extLst>
          </p:cNvPr>
          <p:cNvSpPr txBox="1"/>
          <p:nvPr userDrawn="1"/>
        </p:nvSpPr>
        <p:spPr>
          <a:xfrm>
            <a:off x="240809" y="6553364"/>
            <a:ext cx="114454" cy="190581"/>
          </a:xfrm>
          <a:prstGeom prst="rect">
            <a:avLst/>
          </a:prstGeom>
          <a:noFill/>
        </p:spPr>
        <p:txBody>
          <a:bodyPr wrap="none" lIns="0" tIns="41029" rIns="0" bIns="41029" rtlCol="0" anchor="ctr">
            <a:spAutoFit/>
          </a:bodyPr>
          <a:lstStyle/>
          <a:p>
            <a:pPr algn="r">
              <a:defRPr/>
            </a:pPr>
            <a:fld id="{B50A2252-0B00-49D0-9A28-2F5CCECF09D1}" type="slidenum">
              <a:rPr lang="en-US" sz="700" kern="1200" cap="none" spc="10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algn="r">
                <a:defRPr/>
              </a:pPr>
              <a:t>‹#›</a:t>
            </a:fld>
            <a:endParaRPr lang="en-US" sz="700" kern="1200" cap="none" spc="10" baseline="0">
              <a:solidFill>
                <a:schemeClr val="bg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C37A066-5679-7640-9C08-54559BF7A6BC}"/>
              </a:ext>
            </a:extLst>
          </p:cNvPr>
          <p:cNvSpPr txBox="1"/>
          <p:nvPr userDrawn="1"/>
        </p:nvSpPr>
        <p:spPr>
          <a:xfrm>
            <a:off x="489006" y="6520169"/>
            <a:ext cx="6033703" cy="244442"/>
          </a:xfrm>
          <a:prstGeom prst="rect">
            <a:avLst/>
          </a:prstGeom>
          <a:noFill/>
        </p:spPr>
        <p:txBody>
          <a:bodyPr wrap="none" lIns="0" tIns="41029" rIns="0" bIns="41029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050" b="0" i="0" u="none" strike="noStrike" kern="1200" cap="all" spc="0" normalizeH="0" baseline="0" noProof="0" err="1">
                <a:ln>
                  <a:noFill/>
                </a:ln>
                <a:solidFill>
                  <a:srgbClr val="FFFFFF">
                    <a:lumMod val="85000"/>
                  </a:srgbClr>
                </a:solidFill>
                <a:effectLst/>
                <a:uLnTx/>
                <a:uFillTx/>
                <a:latin typeface="Klavika" panose="020B0506040000020004" pitchFamily="34" charset="0"/>
                <a:ea typeface="+mn-ea"/>
                <a:cs typeface="+mn-cs"/>
              </a:rPr>
              <a:t>OneInfotainment</a:t>
            </a:r>
            <a:r>
              <a:rPr kumimoji="0" lang="en-CA" sz="1050" b="0" i="0" u="none" strike="noStrike" kern="1200" cap="all" spc="0" normalizeH="0" baseline="0" noProof="0">
                <a:ln>
                  <a:noFill/>
                </a:ln>
                <a:solidFill>
                  <a:srgbClr val="FFFFFF">
                    <a:lumMod val="85000"/>
                  </a:srgbClr>
                </a:solidFill>
                <a:effectLst/>
                <a:uLnTx/>
                <a:uFillTx/>
                <a:latin typeface="Klavika" panose="020B0506040000020004" pitchFamily="34" charset="0"/>
                <a:ea typeface="+mn-ea"/>
                <a:cs typeface="+mn-cs"/>
              </a:rPr>
              <a:t> |   April 16, 2020  |  AMD Confidential – Provided under NDA to Volkswagen AG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DAB4BC-0F41-45BE-9277-22A44F17B78E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0" y="0"/>
            <a:ext cx="20812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FF8C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[Confidential - Distribution with NDA]</a:t>
            </a:r>
          </a:p>
        </p:txBody>
      </p:sp>
    </p:spTree>
    <p:extLst>
      <p:ext uri="{BB962C8B-B14F-4D97-AF65-F5344CB8AC3E}">
        <p14:creationId xmlns:p14="http://schemas.microsoft.com/office/powerpoint/2010/main" val="1039419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9" r:id="rId1"/>
    <p:sldLayoutId id="2147483980" r:id="rId2"/>
    <p:sldLayoutId id="2147483981" r:id="rId3"/>
    <p:sldLayoutId id="2147483982" r:id="rId4"/>
    <p:sldLayoutId id="2147483983" r:id="rId5"/>
    <p:sldLayoutId id="2147483984" r:id="rId6"/>
    <p:sldLayoutId id="2147483985" r:id="rId7"/>
    <p:sldLayoutId id="2147483986" r:id="rId8"/>
    <p:sldLayoutId id="2147483987" r:id="rId9"/>
    <p:sldLayoutId id="2147483988" r:id="rId10"/>
    <p:sldLayoutId id="2147483989" r:id="rId11"/>
    <p:sldLayoutId id="2147483990" r:id="rId12"/>
    <p:sldLayoutId id="2147483991" r:id="rId13"/>
    <p:sldLayoutId id="2147483992" r:id="rId14"/>
    <p:sldLayoutId id="2147483993" r:id="rId15"/>
    <p:sldLayoutId id="2147483994" r:id="rId16"/>
    <p:sldLayoutId id="2147483995" r:id="rId17"/>
    <p:sldLayoutId id="2147483996" r:id="rId18"/>
    <p:sldLayoutId id="2147484000" r:id="rId19"/>
    <p:sldLayoutId id="2147484001" r:id="rId20"/>
    <p:sldLayoutId id="2147484002" r:id="rId21"/>
    <p:sldLayoutId id="2147484003" r:id="rId22"/>
    <p:sldLayoutId id="2147484004" r:id="rId23"/>
    <p:sldLayoutId id="2147484005" r:id="rId24"/>
    <p:sldLayoutId id="2147484009" r:id="rId25"/>
    <p:sldLayoutId id="2147484012" r:id="rId26"/>
    <p:sldLayoutId id="2147484013" r:id="rId27"/>
    <p:sldLayoutId id="2147484015" r:id="rId28"/>
    <p:sldLayoutId id="2147484016" r:id="rId29"/>
    <p:sldLayoutId id="2147484017" r:id="rId30"/>
  </p:sldLayoutIdLst>
  <p:transition>
    <p:fade/>
  </p:transition>
  <p:hf hd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2800" b="1" kern="1200" cap="none" spc="0" baseline="0" dirty="0" smtClean="0">
          <a:ln w="3175">
            <a:noFill/>
          </a:ln>
          <a:solidFill>
            <a:schemeClr val="bg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>
          <a:schemeClr val="accent1"/>
        </a:buClr>
        <a:buSzPct val="60000"/>
        <a:buFont typeface=".PingFang SC Regular"/>
        <a:buChar char="◢"/>
        <a:tabLst/>
        <a:defRPr sz="1800" kern="1200" spc="0" baseline="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>
          <a:schemeClr val="accent1"/>
        </a:buClr>
        <a:buSzPct val="60000"/>
        <a:buFont typeface=".PingFang SC Regular"/>
        <a:buChar char="◢"/>
        <a:tabLst/>
        <a:defRPr sz="1600" kern="1200" spc="0" baseline="0">
          <a:solidFill>
            <a:schemeClr val="bg1"/>
          </a:solidFill>
          <a:latin typeface="+mn-lt"/>
          <a:ea typeface="+mn-ea"/>
          <a:cs typeface="+mn-cs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>
          <a:schemeClr val="accent1"/>
        </a:buClr>
        <a:buSzPct val="60000"/>
        <a:buFont typeface=".PingFang SC Regular"/>
        <a:buChar char="◢"/>
        <a:tabLst/>
        <a:defRPr sz="1200" kern="1200" spc="0" baseline="0">
          <a:solidFill>
            <a:schemeClr val="bg1"/>
          </a:soli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>
          <a:schemeClr val="accent1"/>
        </a:buClr>
        <a:buSzPct val="60000"/>
        <a:buFont typeface=".PingFang SC Regular"/>
        <a:buChar char="◢"/>
        <a:tabLst/>
        <a:defRPr sz="1100" kern="1200" spc="0" baseline="0">
          <a:solidFill>
            <a:schemeClr val="bg1"/>
          </a:soli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>
          <a:schemeClr val="accent1"/>
        </a:buClr>
        <a:buSzPct val="60000"/>
        <a:buFont typeface=".PingFang SC Regular"/>
        <a:buChar char="◢"/>
        <a:tabLst/>
        <a:defRPr sz="1100" kern="1200" spc="0" baseline="0">
          <a:solidFill>
            <a:schemeClr val="bg1"/>
          </a:soli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8">
          <p15:clr>
            <a:srgbClr val="C35EA4"/>
          </p15:clr>
        </p15:guide>
        <p15:guide id="17" pos="7313">
          <p15:clr>
            <a:srgbClr val="C35EA4"/>
          </p15:clr>
        </p15:guide>
        <p15:guide id="25" orient="horz" pos="369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7" orient="horz" pos="184">
          <p15:clr>
            <a:srgbClr val="A4A3A4"/>
          </p15:clr>
        </p15:guide>
        <p15:guide id="28" pos="185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95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B960B4E-4B38-32B0-E908-86DA43FC1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575" y="3257947"/>
            <a:ext cx="9144000" cy="1107996"/>
          </a:xfrm>
        </p:spPr>
        <p:txBody>
          <a:bodyPr/>
          <a:lstStyle/>
          <a:p>
            <a:r>
              <a:rPr lang="en-US">
                <a:cs typeface="Arial"/>
              </a:rPr>
              <a:t>Capitola C90 - high level software features and R&amp;R Details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864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BB8001C-5678-2375-2B6A-DE335D5E50FE}"/>
              </a:ext>
            </a:extLst>
          </p:cNvPr>
          <p:cNvSpPr txBox="1">
            <a:spLocks/>
          </p:cNvSpPr>
          <p:nvPr/>
        </p:nvSpPr>
        <p:spPr>
          <a:xfrm>
            <a:off x="317982" y="178479"/>
            <a:ext cx="11018520" cy="43088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800" b="1" kern="1200" cap="none" spc="0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Capitola C90 Overview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2C5CF1C-35BA-ED8E-131F-60838B279B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982" y="700806"/>
            <a:ext cx="11570558" cy="5892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2132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1438C-7714-1E22-7EC3-D9580945E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2526F67-B31F-559A-4411-8EA87B2EDBF8}"/>
              </a:ext>
            </a:extLst>
          </p:cNvPr>
          <p:cNvSpPr txBox="1">
            <a:spLocks/>
          </p:cNvSpPr>
          <p:nvPr/>
        </p:nvSpPr>
        <p:spPr>
          <a:xfrm>
            <a:off x="317982" y="178479"/>
            <a:ext cx="11018520" cy="43088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800" b="1" kern="1200" cap="none" spc="0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Capitola C90 High-Level IPs  Summary (1/2)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5C51B10-D3DC-8F29-1CE4-0E162047F9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981" y="780802"/>
            <a:ext cx="11724187" cy="5738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8188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BCA0C-1DDC-3831-9264-4D18C8DF4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AEEA108-BA2F-8D17-C549-7D174CEFD89A}"/>
              </a:ext>
            </a:extLst>
          </p:cNvPr>
          <p:cNvSpPr txBox="1">
            <a:spLocks/>
          </p:cNvSpPr>
          <p:nvPr/>
        </p:nvSpPr>
        <p:spPr>
          <a:xfrm>
            <a:off x="317982" y="178479"/>
            <a:ext cx="11018520" cy="43088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800" b="1" kern="1200" cap="none" spc="0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Capitola C90 High-Level IPs  Summary (2/2)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4880CD-57CC-48C3-E2AD-69F8C479E7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060" y="842286"/>
            <a:ext cx="11663469" cy="601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7681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A0DA3-C32C-3FFB-5C99-1FEA37C66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5622FBB-6F0F-3968-F193-D9105AD17A0C}"/>
              </a:ext>
            </a:extLst>
          </p:cNvPr>
          <p:cNvSpPr txBox="1">
            <a:spLocks/>
          </p:cNvSpPr>
          <p:nvPr/>
        </p:nvSpPr>
        <p:spPr>
          <a:xfrm>
            <a:off x="317982" y="178479"/>
            <a:ext cx="11018520" cy="43088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800" b="1" kern="1200" cap="none" spc="0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C90 Feature Enablement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56BF9C-701C-ECBA-13A2-FD76E41E9A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982" y="794770"/>
            <a:ext cx="11733810" cy="5569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6614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21061-8D5B-E083-655E-41A2B52CB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91E906D-9C1D-DBCE-600C-6EBF9F94092A}"/>
              </a:ext>
            </a:extLst>
          </p:cNvPr>
          <p:cNvSpPr txBox="1">
            <a:spLocks/>
          </p:cNvSpPr>
          <p:nvPr/>
        </p:nvSpPr>
        <p:spPr>
          <a:xfrm>
            <a:off x="317982" y="178479"/>
            <a:ext cx="11018520" cy="43088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800" b="1" kern="1200" cap="none" spc="0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C90 Reuse Strategy – IPs and Collateral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FD602F-90B7-C3E5-8336-08A5BFC2A2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720" y="931326"/>
            <a:ext cx="11454560" cy="5442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1427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7710A-2363-1F2A-2CE7-E18FE4DEC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343FA-7DFC-3FB0-2398-CB4B8831C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705" y="86107"/>
            <a:ext cx="10426875" cy="474345"/>
          </a:xfrm>
        </p:spPr>
        <p:txBody>
          <a:bodyPr/>
          <a:lstStyle/>
          <a:p>
            <a:r>
              <a:rPr lang="en-US"/>
              <a:t>R&amp;R Summary Slide across the teams and </a:t>
            </a:r>
            <a:r>
              <a:rPr lang="en-US" err="1"/>
              <a:t>ASk</a:t>
            </a:r>
            <a:r>
              <a:rPr lang="en-US"/>
              <a:t>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D56BF76-46DC-8EB6-9661-7AA4A16114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9599940"/>
              </p:ext>
            </p:extLst>
          </p:nvPr>
        </p:nvGraphicFramePr>
        <p:xfrm>
          <a:off x="305705" y="653822"/>
          <a:ext cx="11580592" cy="603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6600">
                  <a:extLst>
                    <a:ext uri="{9D8B030D-6E8A-4147-A177-3AD203B41FA5}">
                      <a16:colId xmlns:a16="http://schemas.microsoft.com/office/drawing/2014/main" val="207829535"/>
                    </a:ext>
                  </a:extLst>
                </a:gridCol>
                <a:gridCol w="2736055">
                  <a:extLst>
                    <a:ext uri="{9D8B030D-6E8A-4147-A177-3AD203B41FA5}">
                      <a16:colId xmlns:a16="http://schemas.microsoft.com/office/drawing/2014/main" val="1003361512"/>
                    </a:ext>
                  </a:extLst>
                </a:gridCol>
                <a:gridCol w="7417937">
                  <a:extLst>
                    <a:ext uri="{9D8B030D-6E8A-4147-A177-3AD203B41FA5}">
                      <a16:colId xmlns:a16="http://schemas.microsoft.com/office/drawing/2014/main" val="1681203035"/>
                    </a:ext>
                  </a:extLst>
                </a:gridCol>
              </a:tblGrid>
              <a:tr h="272390">
                <a:tc>
                  <a:txBody>
                    <a:bodyPr/>
                    <a:lstStyle/>
                    <a:p>
                      <a:r>
                        <a:rPr lang="en-US" sz="1200"/>
                        <a:t>Ownership</a:t>
                      </a: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Component</a:t>
                      </a: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Details</a:t>
                      </a: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6336496"/>
                  </a:ext>
                </a:extLst>
              </a:tr>
              <a:tr h="1543543">
                <a:tc rowSpan="3"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G&amp;E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sz="12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OS/Drivers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Linux GPU Driver on latest kernel on Ubuntu OS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Support till IP.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Assume leverage from Eris for GFX, NVE from </a:t>
                      </a:r>
                      <a:r>
                        <a:rPr lang="en-US" sz="1200" err="1">
                          <a:solidFill>
                            <a:schemeClr val="tx1"/>
                          </a:solidFill>
                        </a:rPr>
                        <a:t>Grimlock</a:t>
                      </a: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,  DCN from magnus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GFX - OpenGL, Vulkan, Multimedia, </a:t>
                      </a:r>
                      <a:r>
                        <a:rPr lang="en-US" sz="1200" err="1">
                          <a:solidFill>
                            <a:schemeClr val="tx1"/>
                          </a:solidFill>
                        </a:rPr>
                        <a:t>Gstreamer</a:t>
                      </a: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. 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GPU RAS support.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Display – Same as Magnus with enhancements.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Power Management (S0ix3, reboot)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Pre-silicon validation support for GFX driver.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6388757"/>
                  </a:ext>
                </a:extLst>
              </a:tr>
              <a:tr h="272390">
                <a:tc vMerge="1"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sz="12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Firmware (PFO)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Base FW for Pre-Silicon and Post-Silicon activities.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PFO will support till UU and Bring-up, EPD owns after Bring-up.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kern="120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FuSa</a:t>
                      </a:r>
                      <a:r>
                        <a:rPr lang="en-US" sz="12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baseline leveraged from Eris for common IPs and scope for newer IPs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PFO support for AGESA-V10, </a:t>
                      </a:r>
                      <a:r>
                        <a:rPr lang="en-US" sz="1200" kern="120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OpenSIL</a:t>
                      </a:r>
                      <a:r>
                        <a:rPr lang="en-US" sz="12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for C90 SoC IPs.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1852086"/>
                  </a:ext>
                </a:extLst>
              </a:tr>
              <a:tr h="272390">
                <a:tc vMerge="1"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sz="12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Audio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Linux AAF support for ACP and X86 Driver for I2S/TDM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3462519"/>
                  </a:ext>
                </a:extLst>
              </a:tr>
              <a:tr h="272390"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PSW/T&amp;E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sz="12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IO Drivers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NVME, UART, SPI, I2C, I3C, GPIO, USB3(same as Eris), USB4(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9693030"/>
                  </a:ext>
                </a:extLst>
              </a:tr>
              <a:tr h="1906730"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AECG EPD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endParaRPr lang="en-US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Power/Performance Projections, SoC and System characterization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Platform Emulation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EDKII and coreboot BIOS support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Ethernet – X4A (Leverage from Eris, Dependency with NTSG)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Security FW features leveraged from Medusa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RAS support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Post SoC IP Validation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IOMMU support in BIOS and Drivers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DACC with SDXI Driver and FW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MIPI CSI Controller Driver support, MIPI CSI and ISP (Telluride Next Gen) integration.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Customer use case validation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5516721"/>
                  </a:ext>
                </a:extLst>
              </a:tr>
              <a:tr h="453983">
                <a:tc rowSpan="2"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AECG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Human Vision ISP</a:t>
                      </a:r>
                    </a:p>
                    <a:p>
                      <a:pPr marL="0" indent="0" algn="l" defTabSz="914400" rtl="0" eaLnBrk="1" latinLnBrk="0" hangingPunct="1">
                        <a:buFontTx/>
                        <a:buNone/>
                      </a:pPr>
                      <a:r>
                        <a:rPr lang="en-IN" sz="12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 Telluride Next Gen IP)</a:t>
                      </a:r>
                      <a:endParaRPr lang="en-US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ISP FW and Linux Driver</a:t>
                      </a:r>
                    </a:p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ISP Tuning 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0837371"/>
                  </a:ext>
                </a:extLst>
              </a:tr>
              <a:tr h="272390">
                <a:tc vMerge="1"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Safety Island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SI FW/Drivers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06478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33064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BC1CB-7013-D859-A668-193E3CFA8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723A6-D7C3-0A25-ECDA-D5E4650E8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OS Details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5F1736C-9356-B9D7-15A9-9BC129403B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8297363"/>
              </p:ext>
            </p:extLst>
          </p:nvPr>
        </p:nvGraphicFramePr>
        <p:xfrm>
          <a:off x="176396" y="1173707"/>
          <a:ext cx="11308939" cy="16020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5619">
                  <a:extLst>
                    <a:ext uri="{9D8B030D-6E8A-4147-A177-3AD203B41FA5}">
                      <a16:colId xmlns:a16="http://schemas.microsoft.com/office/drawing/2014/main" val="207829535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4144826548"/>
                    </a:ext>
                  </a:extLst>
                </a:gridCol>
                <a:gridCol w="7223420">
                  <a:extLst>
                    <a:ext uri="{9D8B030D-6E8A-4147-A177-3AD203B41FA5}">
                      <a16:colId xmlns:a16="http://schemas.microsoft.com/office/drawing/2014/main" val="16812030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Category</a:t>
                      </a: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Feature</a:t>
                      </a: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Details</a:t>
                      </a: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6336496"/>
                  </a:ext>
                </a:extLst>
              </a:tr>
              <a:tr h="499645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OS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Linux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Ubuntu LTS OS with latest mainline  kernel</a:t>
                      </a:r>
                    </a:p>
                    <a:p>
                      <a:pPr marL="742950" lvl="1" indent="-285750">
                        <a:buFontTx/>
                        <a:buChar char="-"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EPD to own porting to LTS kernel on Ubuntu and </a:t>
                      </a:r>
                      <a:r>
                        <a:rPr lang="en-US" sz="1400" err="1">
                          <a:solidFill>
                            <a:schemeClr val="tx1"/>
                          </a:solidFill>
                        </a:rPr>
                        <a:t>Yocto</a:t>
                      </a:r>
                      <a:endParaRPr lang="en-US" sz="140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All drivers to be open source by GA + 3months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6388757"/>
                  </a:ext>
                </a:extLst>
              </a:tr>
              <a:tr h="499645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AECG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Xen Hypervisor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Xen Hypervisor 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00906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04517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24E18-379B-1B99-2194-D79B6656D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705" y="241555"/>
            <a:ext cx="10426875" cy="474345"/>
          </a:xfrm>
        </p:spPr>
        <p:txBody>
          <a:bodyPr/>
          <a:lstStyle/>
          <a:p>
            <a:r>
              <a:rPr lang="en-US"/>
              <a:t>HIGH level BIOS/FW features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A8D1CB3-15DD-4B17-EF46-8C1A8ED1EF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5449322"/>
              </p:ext>
            </p:extLst>
          </p:nvPr>
        </p:nvGraphicFramePr>
        <p:xfrm>
          <a:off x="305705" y="826235"/>
          <a:ext cx="11308939" cy="2509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5619">
                  <a:extLst>
                    <a:ext uri="{9D8B030D-6E8A-4147-A177-3AD203B41FA5}">
                      <a16:colId xmlns:a16="http://schemas.microsoft.com/office/drawing/2014/main" val="207829535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4144826548"/>
                    </a:ext>
                  </a:extLst>
                </a:gridCol>
                <a:gridCol w="7223420">
                  <a:extLst>
                    <a:ext uri="{9D8B030D-6E8A-4147-A177-3AD203B41FA5}">
                      <a16:colId xmlns:a16="http://schemas.microsoft.com/office/drawing/2014/main" val="16812030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>Category</a:t>
                      </a: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Feature</a:t>
                      </a: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Details</a:t>
                      </a: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6336496"/>
                  </a:ext>
                </a:extLst>
              </a:tr>
              <a:tr h="499645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BIOS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EDKII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EDKII BIOS. 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 err="1">
                          <a:solidFill>
                            <a:schemeClr val="tx1"/>
                          </a:solidFill>
                        </a:rPr>
                        <a:t>Coreboot</a:t>
                      </a: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 support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6388757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Firmware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Security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Security features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Secure boot, A/B recovery, FAR, </a:t>
                      </a:r>
                      <a:r>
                        <a:rPr lang="en-US" sz="1400" err="1">
                          <a:solidFill>
                            <a:schemeClr val="tx1"/>
                          </a:solidFill>
                        </a:rPr>
                        <a:t>fTPM</a:t>
                      </a: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, ROM Armor, etc. (Detailed security feature requirement is not available currently, assume regular security feature enablement on Zen6) 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960925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RAS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RAS feature support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242720"/>
                  </a:ext>
                </a:extLst>
              </a:tr>
              <a:tr h="37083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Pre-silicon FW support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85750" lvl="0" indent="-285750">
                        <a:buChar char="-"/>
                      </a:pP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Pre-silicon FW support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39058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82723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D447B-0C3E-43C0-E92E-1E9A7DCCB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A23ACD1-E32F-4C7C-6D28-DD4349FB874A}"/>
              </a:ext>
            </a:extLst>
          </p:cNvPr>
          <p:cNvSpPr txBox="1">
            <a:spLocks/>
          </p:cNvSpPr>
          <p:nvPr/>
        </p:nvSpPr>
        <p:spPr>
          <a:xfrm>
            <a:off x="317982" y="178479"/>
            <a:ext cx="11018520" cy="43088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800" b="1" kern="1200" cap="none" spc="0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Capitola C90 Preliminary Schedule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55B1C28-D03B-F8A9-1A26-00D5193F18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982" y="718566"/>
            <a:ext cx="11613808" cy="5545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2054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FF63A-51DC-C023-77BD-A46462492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64FB62C-7E0E-98D1-CDBE-4B8C0B6BF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431" y="127561"/>
            <a:ext cx="10426875" cy="474345"/>
          </a:xfrm>
        </p:spPr>
        <p:txBody>
          <a:bodyPr>
            <a:normAutofit/>
          </a:bodyPr>
          <a:lstStyle/>
          <a:p>
            <a:r>
              <a:rPr lang="en-US"/>
              <a:t>C90  Preliminary Program Schedule 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65E610C-81E3-2300-B9C5-251FF75B1C56}"/>
              </a:ext>
            </a:extLst>
          </p:cNvPr>
          <p:cNvSpPr/>
          <p:nvPr/>
        </p:nvSpPr>
        <p:spPr>
          <a:xfrm>
            <a:off x="3200400" y="3712464"/>
            <a:ext cx="2895600" cy="283464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>
                <a:solidFill>
                  <a:schemeClr val="bg1"/>
                </a:solidFill>
              </a:rPr>
              <a:t>Pre-silicon support – GFX Driver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BF69CDF-DC37-498F-2554-03409B099A82}"/>
              </a:ext>
            </a:extLst>
          </p:cNvPr>
          <p:cNvSpPr/>
          <p:nvPr/>
        </p:nvSpPr>
        <p:spPr>
          <a:xfrm>
            <a:off x="6096000" y="3712464"/>
            <a:ext cx="4373880" cy="28346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>
                <a:solidFill>
                  <a:schemeClr val="bg1"/>
                </a:solidFill>
              </a:rPr>
              <a:t>Post-Silicon support – GFX, Audio, IO’s Support 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E0ABC4-AB8A-B9DA-82BB-1AFB53ACF171}"/>
              </a:ext>
            </a:extLst>
          </p:cNvPr>
          <p:cNvSpPr txBox="1"/>
          <p:nvPr/>
        </p:nvSpPr>
        <p:spPr>
          <a:xfrm>
            <a:off x="0" y="3659197"/>
            <a:ext cx="9966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  <a:buClr>
                <a:schemeClr val="bg2"/>
              </a:buClr>
            </a:pPr>
            <a:r>
              <a:rPr lang="en-IN" sz="1000"/>
              <a:t>SW(OS/Driver)Support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B8B4E9-C5F5-1574-F9B8-CF7DA994F2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2262" y="861167"/>
            <a:ext cx="10122420" cy="2851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701503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1F83C-0636-9461-1EC2-3C06E67DF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7DCB41D-322D-23FC-5146-E447DBF5A87B}"/>
              </a:ext>
            </a:extLst>
          </p:cNvPr>
          <p:cNvSpPr txBox="1">
            <a:spLocks/>
          </p:cNvSpPr>
          <p:nvPr/>
        </p:nvSpPr>
        <p:spPr>
          <a:xfrm>
            <a:off x="10292956" y="3076600"/>
            <a:ext cx="1557668" cy="43088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800" b="1" kern="1200" cap="none" spc="0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Back up</a:t>
            </a:r>
          </a:p>
        </p:txBody>
      </p:sp>
    </p:spTree>
    <p:extLst>
      <p:ext uri="{BB962C8B-B14F-4D97-AF65-F5344CB8AC3E}">
        <p14:creationId xmlns:p14="http://schemas.microsoft.com/office/powerpoint/2010/main" val="40105408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AMD WIDE BLK - USE THIS TEMPLATE!!!">
  <a:themeElements>
    <a:clrScheme name="Custom 8">
      <a:dk1>
        <a:sysClr val="windowText" lastClr="000000"/>
      </a:dk1>
      <a:lt1>
        <a:sysClr val="window" lastClr="FFFFFF"/>
      </a:lt1>
      <a:dk2>
        <a:srgbClr val="FFFFFF"/>
      </a:dk2>
      <a:lt2>
        <a:srgbClr val="000000"/>
      </a:lt2>
      <a:accent1>
        <a:srgbClr val="F26522"/>
      </a:accent1>
      <a:accent2>
        <a:srgbClr val="ED1C24"/>
      </a:accent2>
      <a:accent3>
        <a:srgbClr val="00AAB5"/>
      </a:accent3>
      <a:accent4>
        <a:srgbClr val="A6CE39"/>
      </a:accent4>
      <a:accent5>
        <a:srgbClr val="812990"/>
      </a:accent5>
      <a:accent6>
        <a:srgbClr val="C7C8CA"/>
      </a:accent6>
      <a:hlink>
        <a:srgbClr val="FFFFFF"/>
      </a:hlink>
      <a:folHlink>
        <a:srgbClr val="FFFFF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/>
        </a:solidFill>
        <a:ln>
          <a:noFill/>
        </a:ln>
        <a:effectLst/>
      </a:spPr>
      <a:bodyPr rtlCol="0" anchor="ctr"/>
      <a:lstStyle>
        <a:defPPr algn="ctr">
          <a:defRPr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3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marL="174625" indent="-174625">
          <a:spcAft>
            <a:spcPts val="600"/>
          </a:spcAft>
          <a:buClr>
            <a:schemeClr val="bg2"/>
          </a:buClr>
          <a:buFont typeface="Wingdings 3" pitchFamily="18" charset="2"/>
          <a:buChar char="}"/>
          <a:defRPr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1_AMD WIDE BLK - USE THIS TEMPLATE!!!">
  <a:themeElements>
    <a:clrScheme name="Custom 8">
      <a:dk1>
        <a:sysClr val="windowText" lastClr="000000"/>
      </a:dk1>
      <a:lt1>
        <a:sysClr val="window" lastClr="FFFFFF"/>
      </a:lt1>
      <a:dk2>
        <a:srgbClr val="FFFFFF"/>
      </a:dk2>
      <a:lt2>
        <a:srgbClr val="000000"/>
      </a:lt2>
      <a:accent1>
        <a:srgbClr val="F26522"/>
      </a:accent1>
      <a:accent2>
        <a:srgbClr val="ED1C24"/>
      </a:accent2>
      <a:accent3>
        <a:srgbClr val="00AAB5"/>
      </a:accent3>
      <a:accent4>
        <a:srgbClr val="A6CE39"/>
      </a:accent4>
      <a:accent5>
        <a:srgbClr val="812990"/>
      </a:accent5>
      <a:accent6>
        <a:srgbClr val="C7C8CA"/>
      </a:accent6>
      <a:hlink>
        <a:srgbClr val="FFFFFF"/>
      </a:hlink>
      <a:folHlink>
        <a:srgbClr val="FFFFF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/>
        </a:solidFill>
        <a:ln>
          <a:noFill/>
        </a:ln>
        <a:effectLst/>
      </a:spPr>
      <a:bodyPr rtlCol="0" anchor="ctr"/>
      <a:lstStyle>
        <a:defPPr algn="ctr">
          <a:defRPr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3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marL="174625" indent="-174625">
          <a:spcAft>
            <a:spcPts val="600"/>
          </a:spcAft>
          <a:buClr>
            <a:schemeClr val="bg2"/>
          </a:buClr>
          <a:buFont typeface="Wingdings 3" pitchFamily="18" charset="2"/>
          <a:buChar char="}"/>
          <a:defRPr dirty="0" smtClean="0"/>
        </a:defPPr>
      </a:lstStyle>
    </a:txDef>
  </a:objectDefaults>
  <a:extraClrSchemeLst/>
</a:theme>
</file>

<file path=ppt/theme/theme3.xml><?xml version="1.0" encoding="utf-8"?>
<a:theme xmlns:a="http://schemas.openxmlformats.org/drawingml/2006/main" name="AMD Corporate Template_Dark">
  <a:themeElements>
    <a:clrScheme name="Custom 4">
      <a:dk1>
        <a:srgbClr val="000000"/>
      </a:dk1>
      <a:lt1>
        <a:srgbClr val="FFFFFF"/>
      </a:lt1>
      <a:dk2>
        <a:srgbClr val="8A8E91"/>
      </a:dk2>
      <a:lt2>
        <a:srgbClr val="E1DEDE"/>
      </a:lt2>
      <a:accent1>
        <a:srgbClr val="898892"/>
      </a:accent1>
      <a:accent2>
        <a:srgbClr val="323138"/>
      </a:accent2>
      <a:accent3>
        <a:srgbClr val="E1DCDE"/>
      </a:accent3>
      <a:accent4>
        <a:srgbClr val="F26520"/>
      </a:accent4>
      <a:accent5>
        <a:srgbClr val="EC1923"/>
      </a:accent5>
      <a:accent6>
        <a:srgbClr val="007C97"/>
      </a:accent6>
      <a:hlink>
        <a:srgbClr val="8A8893"/>
      </a:hlink>
      <a:folHlink>
        <a:srgbClr val="8A869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marL="228600" indent="-228600" algn="l">
          <a:buClr>
            <a:schemeClr val="accent1"/>
          </a:buClr>
          <a:buSzPct val="60000"/>
          <a:buFont typeface=".PingFang SC Regular"/>
          <a:buChar char="◢"/>
          <a:defRPr sz="1800" dirty="0" smtClean="0">
            <a:solidFill>
              <a:schemeClr val="bg1">
                <a:lumMod val="95000"/>
              </a:schemeClr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F83DC756-0F00-E047-A94F-5B20009793C0}" vid="{577650BF-C3B0-E74C-BA0A-88ACE7DFD5F0}"/>
    </a:ext>
  </a:extLst>
</a:theme>
</file>

<file path=ppt/theme/theme4.xml><?xml version="1.0" encoding="utf-8"?>
<a:theme xmlns:a="http://schemas.openxmlformats.org/drawingml/2006/main" name="6_AMD Corporate Template_Dark">
  <a:themeElements>
    <a:clrScheme name="AMD Datacenter Theme">
      <a:dk1>
        <a:srgbClr val="000000"/>
      </a:dk1>
      <a:lt1>
        <a:srgbClr val="FFFFFF"/>
      </a:lt1>
      <a:dk2>
        <a:srgbClr val="545554"/>
      </a:dk2>
      <a:lt2>
        <a:srgbClr val="999A99"/>
      </a:lt2>
      <a:accent1>
        <a:srgbClr val="8DB7C8"/>
      </a:accent1>
      <a:accent2>
        <a:srgbClr val="003B4B"/>
      </a:accent2>
      <a:accent3>
        <a:srgbClr val="01809C"/>
      </a:accent3>
      <a:accent4>
        <a:srgbClr val="797979"/>
      </a:accent4>
      <a:accent5>
        <a:srgbClr val="C0C0C0"/>
      </a:accent5>
      <a:accent6>
        <a:srgbClr val="EAEAEA"/>
      </a:accent6>
      <a:hlink>
        <a:srgbClr val="96BDD6"/>
      </a:hlink>
      <a:folHlink>
        <a:srgbClr val="96BDD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buClr>
            <a:schemeClr val="accent1"/>
          </a:buClr>
          <a:buSzPct val="80000"/>
          <a:defRPr sz="1800" dirty="0" err="1" smtClean="0">
            <a:solidFill>
              <a:schemeClr val="bg1">
                <a:lumMod val="95000"/>
              </a:schemeClr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2021 Data center Template.potx" id="{6A1C4D60-5F7E-4B53-9317-6D91DC499F64}" vid="{7B27CC42-495B-4532-A930-AA62E0D8CD80}"/>
    </a:ext>
  </a:extLst>
</a:theme>
</file>

<file path=ppt/theme/theme5.xml><?xml version="1.0" encoding="utf-8"?>
<a:theme xmlns:a="http://schemas.openxmlformats.org/drawingml/2006/main" name="1_AMD Corporate Template_Dark">
  <a:themeElements>
    <a:clrScheme name="Custom 4">
      <a:dk1>
        <a:srgbClr val="000000"/>
      </a:dk1>
      <a:lt1>
        <a:srgbClr val="FFFFFF"/>
      </a:lt1>
      <a:dk2>
        <a:srgbClr val="8A8E91"/>
      </a:dk2>
      <a:lt2>
        <a:srgbClr val="E1DEDE"/>
      </a:lt2>
      <a:accent1>
        <a:srgbClr val="898892"/>
      </a:accent1>
      <a:accent2>
        <a:srgbClr val="323138"/>
      </a:accent2>
      <a:accent3>
        <a:srgbClr val="E1DCDE"/>
      </a:accent3>
      <a:accent4>
        <a:srgbClr val="F26520"/>
      </a:accent4>
      <a:accent5>
        <a:srgbClr val="EC1923"/>
      </a:accent5>
      <a:accent6>
        <a:srgbClr val="007C97"/>
      </a:accent6>
      <a:hlink>
        <a:srgbClr val="8A8893"/>
      </a:hlink>
      <a:folHlink>
        <a:srgbClr val="8A869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marL="228600" indent="-228600" algn="l">
          <a:buClr>
            <a:schemeClr val="accent1"/>
          </a:buClr>
          <a:buSzPct val="60000"/>
          <a:buFont typeface=".PingFang SC Regular"/>
          <a:buChar char="◢"/>
          <a:defRPr sz="1800" dirty="0" smtClean="0">
            <a:solidFill>
              <a:schemeClr val="bg1">
                <a:lumMod val="95000"/>
              </a:schemeClr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F83DC756-0F00-E047-A94F-5B20009793C0}" vid="{577650BF-C3B0-E74C-BA0A-88ACE7DFD5F0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3A5D3B6C4037648ADB630D87F7C73B1" ma:contentTypeVersion="6" ma:contentTypeDescription="Create a new document." ma:contentTypeScope="" ma:versionID="a63cf6afd20356f96c9f76903abc77e0">
  <xsd:schema xmlns:xsd="http://www.w3.org/2001/XMLSchema" xmlns:xs="http://www.w3.org/2001/XMLSchema" xmlns:p="http://schemas.microsoft.com/office/2006/metadata/properties" xmlns:ns2="0050e9fa-c740-448c-b343-dcb3d8e6283d" xmlns:ns3="128c92eb-725c-4930-9728-feaef3a4f7e6" targetNamespace="http://schemas.microsoft.com/office/2006/metadata/properties" ma:root="true" ma:fieldsID="a0b68e1eccf541665e9f52a4c4a32852" ns2:_="" ns3:_="">
    <xsd:import namespace="0050e9fa-c740-448c-b343-dcb3d8e6283d"/>
    <xsd:import namespace="128c92eb-725c-4930-9728-feaef3a4f7e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050e9fa-c740-448c-b343-dcb3d8e6283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8c92eb-725c-4930-9728-feaef3a4f7e6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F2C2B6A-01CF-4863-89FB-636C7A7A454C}">
  <ds:schemaRefs>
    <ds:schemaRef ds:uri="0050e9fa-c740-448c-b343-dcb3d8e6283d"/>
    <ds:schemaRef ds:uri="128c92eb-725c-4930-9728-feaef3a4f7e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5BA43B22-F1AE-40E5-A724-59043493D0F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E8DA970-3194-42A9-82A5-B95E620C4F21}">
  <ds:schemaRefs>
    <ds:schemaRef ds:uri="0050e9fa-c740-448c-b343-dcb3d8e6283d"/>
    <ds:schemaRef ds:uri="128c92eb-725c-4930-9728-feaef3a4f7e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d454155b-27bc-4836-9eca-78a71baa37b9}" enabled="1" method="Privileged" siteId="{3dd8961f-e488-4e60-8e11-a82d994e183d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12</Slides>
  <Notes>4</Notes>
  <HiddenSlides>0</HiddenSlides>
  <ScaleCrop>false</ScaleCrop>
  <HeadingPairs>
    <vt:vector size="4" baseType="variant">
      <vt:variant>
        <vt:lpstr>Theme</vt:lpstr>
      </vt:variant>
      <vt:variant>
        <vt:i4>5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AMD WIDE BLK - USE THIS TEMPLATE!!!</vt:lpstr>
      <vt:lpstr>1_AMD WIDE BLK - USE THIS TEMPLATE!!!</vt:lpstr>
      <vt:lpstr>AMD Corporate Template_Dark</vt:lpstr>
      <vt:lpstr>6_AMD Corporate Template_Dark</vt:lpstr>
      <vt:lpstr>1_AMD Corporate Template_Dark</vt:lpstr>
      <vt:lpstr>Capitola C90 - high level software features and R&amp;R Details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R&amp;R Summary Slide across the teams and ASk </vt:lpstr>
      <vt:lpstr>OS Details </vt:lpstr>
      <vt:lpstr>HIGH level BIOS/FW features</vt:lpstr>
      <vt:lpstr>PowerPoint Presentation</vt:lpstr>
      <vt:lpstr>C90  Preliminary Program Schedule 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V2000A CSI/ISP requirement</dc:title>
  <dc:creator>Kabbi, Santosh Kumar</dc:creator>
  <cp:revision>3</cp:revision>
  <dcterms:created xsi:type="dcterms:W3CDTF">2019-01-15T22:37:24Z</dcterms:created>
  <dcterms:modified xsi:type="dcterms:W3CDTF">2026-07-24T14:57:15Z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279fe2f-c605-4da1-a326-a2d599ca0ca3_Enabled">
    <vt:lpwstr>true</vt:lpwstr>
  </property>
  <property fmtid="{D5CDD505-2E9C-101B-9397-08002B2CF9AE}" pid="3" name="MSIP_Label_b279fe2f-c605-4da1-a326-a2d599ca0ca3_SetDate">
    <vt:lpwstr>2022-03-15T03:44:04Z</vt:lpwstr>
  </property>
  <property fmtid="{D5CDD505-2E9C-101B-9397-08002B2CF9AE}" pid="4" name="MSIP_Label_b279fe2f-c605-4da1-a326-a2d599ca0ca3_Method">
    <vt:lpwstr>Privileged</vt:lpwstr>
  </property>
  <property fmtid="{D5CDD505-2E9C-101B-9397-08002B2CF9AE}" pid="5" name="MSIP_Label_b279fe2f-c605-4da1-a326-a2d599ca0ca3_Name">
    <vt:lpwstr>Distribution with NDA  AIP 2.0</vt:lpwstr>
  </property>
  <property fmtid="{D5CDD505-2E9C-101B-9397-08002B2CF9AE}" pid="6" name="MSIP_Label_b279fe2f-c605-4da1-a326-a2d599ca0ca3_SiteId">
    <vt:lpwstr>3dd8961f-e488-4e60-8e11-a82d994e183d</vt:lpwstr>
  </property>
  <property fmtid="{D5CDD505-2E9C-101B-9397-08002B2CF9AE}" pid="7" name="MSIP_Label_b279fe2f-c605-4da1-a326-a2d599ca0ca3_ActionId">
    <vt:lpwstr>260237c4-2615-48f5-828a-5ac9c31465a1</vt:lpwstr>
  </property>
  <property fmtid="{D5CDD505-2E9C-101B-9397-08002B2CF9AE}" pid="8" name="MSIP_Label_b279fe2f-c605-4da1-a326-a2d599ca0ca3_ContentBits">
    <vt:lpwstr>1</vt:lpwstr>
  </property>
  <property fmtid="{D5CDD505-2E9C-101B-9397-08002B2CF9AE}" pid="9" name="ContentTypeId">
    <vt:lpwstr>0x010100D3A5D3B6C4037648ADB630D87F7C73B1</vt:lpwstr>
  </property>
  <property fmtid="{D5CDD505-2E9C-101B-9397-08002B2CF9AE}" pid="10" name="MediaServiceImageTags">
    <vt:lpwstr/>
  </property>
  <property fmtid="{D5CDD505-2E9C-101B-9397-08002B2CF9AE}" pid="11" name="ClassificationContentMarkingHeaderLocations">
    <vt:lpwstr>AMD WIDE BLK - USE THIS TEMPLATE!!!:10\1_AMD WIDE BLK - USE THIS TEMPLATE!!!:10\AMD Corporate Template_Dark:34\6_AMD Corporate Template_Dark:8</vt:lpwstr>
  </property>
  <property fmtid="{D5CDD505-2E9C-101B-9397-08002B2CF9AE}" pid="12" name="ClassificationContentMarkingHeaderText">
    <vt:lpwstr>[AMD Confidential - Distribution Under NDA]</vt:lpwstr>
  </property>
</Properties>
</file>